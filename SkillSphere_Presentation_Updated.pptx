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297680"/>
            <a:ext cx="8119872" cy="2560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297680"/>
            <a:ext cx="8119872" cy="457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2" y="0"/>
            <a:ext cx="406908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7472" y="411480"/>
            <a:ext cx="7452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8C42"/>
                </a:solidFill>
                <a:latin typeface="Segoe UI"/>
              </a:rPr>
              <a:t>SKILLSPHERE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645920"/>
            <a:ext cx="7452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8FAFC"/>
                </a:solidFill>
                <a:latin typeface="Segoe UI"/>
              </a:rPr>
              <a:t>An AI-Powered Personalized Education and Learning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304288"/>
            <a:ext cx="4754880" cy="457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487168"/>
            <a:ext cx="7452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Segoe UI"/>
              </a:rPr>
              <a:t>Presented by:</a:t>
            </a:r>
          </a:p>
          <a:p>
            <a:pPr algn="l"/>
            <a:r>
              <a:rPr sz="1500" b="0">
                <a:solidFill>
                  <a:srgbClr val="F8FAFC"/>
                </a:solidFill>
                <a:latin typeface="Segoe UI"/>
              </a:rPr>
              <a:t>Talha Rizwan   |   Muhammad Danish   |   Tehzeen Abbas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3246120"/>
            <a:ext cx="7452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Segoe UI"/>
              </a:rPr>
              <a:t>Supervised by:</a:t>
            </a:r>
          </a:p>
          <a:p>
            <a:pPr algn="l"/>
            <a:r>
              <a:rPr sz="1500" b="0">
                <a:solidFill>
                  <a:srgbClr val="F8FAFC"/>
                </a:solidFill>
                <a:latin typeface="Segoe UI"/>
              </a:rPr>
              <a:t>Sir Salman Ahmed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4023360"/>
            <a:ext cx="3200400" cy="457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4434840"/>
            <a:ext cx="7452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Segoe UI"/>
              </a:rPr>
              <a:t>Department of Computer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800600"/>
            <a:ext cx="7452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Capital University of Science and Technology, Islamabad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5257800"/>
            <a:ext cx="4114800" cy="27432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5468112"/>
            <a:ext cx="7452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Final Year Project  | 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5989320"/>
            <a:ext cx="201168" cy="20116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" y="5989320"/>
            <a:ext cx="201168" cy="20116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552" y="5989320"/>
            <a:ext cx="201168" cy="20116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6446520"/>
            <a:ext cx="7452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Segoe UI"/>
              </a:rPr>
              <a:t>An LMS powered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8C42"/>
                </a:solidFill>
                <a:latin typeface="Segoe UI"/>
              </a:rPr>
              <a:t>Functional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SkillSphere  An AI-Powered Personalized Education and Learning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556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97280"/>
          <a:ext cx="97840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7772400"/>
                <a:gridCol w="1463040"/>
              </a:tblGrid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D0D1E"/>
                          </a:solidFill>
                          <a:latin typeface="Segoe UI"/>
                        </a:rPr>
                        <a:t>S.No</a:t>
                      </a:r>
                    </a:p>
                  </a:txBody>
                  <a:tcPr>
                    <a:solidFill>
                      <a:srgbClr val="FF8C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D0D1E"/>
                          </a:solidFill>
                          <a:latin typeface="Segoe UI"/>
                        </a:rPr>
                        <a:t>Functional Requirement</a:t>
                      </a:r>
                    </a:p>
                  </a:txBody>
                  <a:tcPr>
                    <a:solidFill>
                      <a:srgbClr val="FF8C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D0D1E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FF8C42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Admin creates Instructors &amp; Experts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Admin Activates/deactivates Instructor &amp; Expert accounts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Instructor and Expert Logins using verified Credentials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Instructor Creates Skill categories.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Instructor Creates Skill courses, adds description, level, and language, selects course delivery mode: Manual (PDF/topic-based) or AI-Generated, and uses prompt engineering buttons to customize AI lecture generation tone, depth, and style.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Instructor adds topics and structured outlines.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Instructor uploads course materials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Instructor submits course to AI for lecture generation.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Instructor publish/unpublish courses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Instructor reviews and publishes the AI-generated course.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Instructor updates or deletes an existing course.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Expert review and provide Feedback of Courses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Student signs up using email, password, and personal details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Student verifies email using OTP.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Student logs in using verified email and password.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8C42"/>
                </a:solidFill>
                <a:latin typeface="Segoe UI"/>
              </a:rPr>
              <a:t>Functional Requirements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SkillSphere  An AI-Powered Personalized Education and Learning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556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97280"/>
          <a:ext cx="97840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7772400"/>
                <a:gridCol w="1463040"/>
              </a:tblGrid>
              <a:tr h="314325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D0D1E"/>
                          </a:solidFill>
                          <a:latin typeface="Segoe UI"/>
                        </a:rPr>
                        <a:t>S.No</a:t>
                      </a:r>
                    </a:p>
                  </a:txBody>
                  <a:tcPr>
                    <a:solidFill>
                      <a:srgbClr val="FF8C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D0D1E"/>
                          </a:solidFill>
                          <a:latin typeface="Segoe UI"/>
                        </a:rPr>
                        <a:t>Functional Requirement</a:t>
                      </a:r>
                    </a:p>
                  </a:txBody>
                  <a:tcPr>
                    <a:solidFill>
                      <a:srgbClr val="FF8C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D0D1E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FF8C42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Admin Activates/Deactivates Students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Student browses available skill categories.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Student selects a skill and views all published courses under it.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Student views the course outline (locked/unlocked topics).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Student starts the first unlocked topic.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Student interacts with the AI tutor using voice/text-based questions.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AI pauses the lecture, answers the question, and resumes automatically.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Student attempts AI-generated quizzes (MCQs).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Student views quiz results and AI-generated feedback.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Student downloads AI-generated flashcards after payment.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Student pays for the certificate through a secure payment method.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59E0B"/>
                          </a:solidFill>
                          <a:latin typeface="Segoe UI"/>
                        </a:rPr>
                        <a:t>Pending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Student views overall course progress in the dashboard.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Student receives the certificate in downloadable PDF format.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Student enters AI Assistant mode to ask additional open-ended questions.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42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FAFC"/>
                          </a:solidFill>
                          <a:latin typeface="Segoe UI"/>
                        </a:rPr>
                        <a:t>Admins, Instructors, Experts and Students Receive Emails.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0B981"/>
                          </a:solidFill>
                          <a:latin typeface="Segoe UI"/>
                        </a:rPr>
                        <a:t>Completed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8C42"/>
                </a:solidFill>
                <a:latin typeface="Segoe UI"/>
              </a:rPr>
              <a:t>User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SkillSphere  An AI-Powered Personalized Education and Learning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556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651760" cy="4480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2651760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3990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8C42"/>
                </a:solidFill>
                <a:latin typeface="Segoe UI"/>
              </a:rPr>
              <a:t>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984248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Register &amp; login with OTP verification
Enroll in courses
Learn Course
Ask 24/7 AI Assistant
Track progress &amp; earn certificates
Participate in discussion threads
Manage personal to-do tasks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234440"/>
            <a:ext cx="2651760" cy="4480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234440"/>
            <a:ext cx="265176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13990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  <a:latin typeface="Segoe UI"/>
              </a:rPr>
              <a:t>Expert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1984248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Receive credentials via email from Admin
Review course outlines &amp; topics
Validate uploaded PDF materials
Provide structured quality feedback
Ensure content accuracy before publishing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234440"/>
            <a:ext cx="2651760" cy="4480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234440"/>
            <a:ext cx="26517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13990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Segoe UI"/>
              </a:rPr>
              <a:t>Instructor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1984248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Receive credentials via email from Admin
Create &amp; manage courses
Upload outlines, topics &amp; PDF materials
Monitor student progress
Receive expert feedback on courses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234440"/>
            <a:ext cx="2651760" cy="4480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234440"/>
            <a:ext cx="26517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13990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Segoe UI"/>
              </a:rPr>
              <a:t>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1984248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AFC"/>
                </a:solidFill>
                <a:latin typeface="Segoe UI"/>
              </a:rPr>
              <a:t>Admin has Full Access of Instructor with some additional responsibilities
Create Instructor &amp; Expert accounts
Send credentials via email
Manage all users &amp; permissions
Manage course categories
Oversee certificates &amp; platform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8C42"/>
                </a:solidFill>
                <a:latin typeface="Segoe UI"/>
              </a:rPr>
              <a:t>Platform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SkillSphere  An AI-Powered Personalized Education and Learning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556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152144"/>
            <a:ext cx="265176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152144"/>
            <a:ext cx="2651760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24358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42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Admin
Creates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2194559"/>
            <a:ext cx="237744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Admin creates Instructor &amp; Expert accounts via dashboard. Credentials are sent automatically by email.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1152144"/>
            <a:ext cx="265176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08960" y="1152144"/>
            <a:ext cx="2651760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124358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42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Instructor
Creates Courses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194559"/>
            <a:ext cx="237744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Instructor uploads outlines &amp; PDFs, adds topics, and chooses delivery mode: Manual (PDF/topic-based) or AI-Generated.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61888" y="1152144"/>
            <a:ext cx="265176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61888" y="1152144"/>
            <a:ext cx="2651760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8" y="124358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42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Expert
Reviews Courses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2194559"/>
            <a:ext cx="237744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Expert reviews course outlines, validates uploaded materials and provides structured feedback.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14816" y="1152144"/>
            <a:ext cx="265176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14816" y="1152144"/>
            <a:ext cx="2651760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51976" y="124358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42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1976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Student
Enrolls &amp; Learns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1976" y="2194559"/>
            <a:ext cx="237744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Student enrolls and accesses the course in the mode already set by the Instructor — Manual or AI.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3703320"/>
            <a:ext cx="265176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" y="3703320"/>
            <a:ext cx="2651760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37947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42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" y="4105656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AI or Manual
Content 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" y="4745735"/>
            <a:ext cx="237744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Manual Mode: student reads Instructor-uploaded PDFs &amp; notes. AI Mode: AI generates lectures, audio &amp; diagrams.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3703320"/>
            <a:ext cx="265176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08960" y="3703320"/>
            <a:ext cx="2651760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46120" y="37947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42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4105656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Quizzes &amp;
Assignments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4745735"/>
            <a:ext cx="237744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Auto-generated quizzes and assignments after each topic. Students can interact with AI anytime.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61888" y="3703320"/>
            <a:ext cx="265176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61888" y="3703320"/>
            <a:ext cx="2651760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8" y="37947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42"/>
                </a:solidFill>
                <a:latin typeface="Segoe U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9048" y="4105656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Certificate
Issued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9048" y="4745735"/>
            <a:ext cx="237744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On 100% course completion, a personalized PDF certificate is auto-generated and emailed.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14816" y="3703320"/>
            <a:ext cx="265176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14816" y="3703320"/>
            <a:ext cx="2651760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51976" y="37947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42"/>
                </a:solidFill>
                <a:latin typeface="Segoe U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51976" y="4105656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Email
Notifications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51976" y="4745735"/>
            <a:ext cx="237744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Welcome emails, OTP verification, credential delivery, and certificate emails — all automated.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35021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8C42"/>
                </a:solidFill>
                <a:latin typeface="Segoe UI"/>
              </a:rPr>
              <a:t>  ▼  workflow continues  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8C42"/>
                </a:solidFill>
                <a:latin typeface="Segoe UI"/>
              </a:rPr>
              <a:t>Courses Data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SkillSphere  An AI-Powered Personalized Education and Learning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556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2651760" cy="4526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325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8C42"/>
                </a:solidFill>
                <a:latin typeface="Segoe UI"/>
              </a:rPr>
              <a:t>Categories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792224"/>
            <a:ext cx="2322576" cy="1828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938528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•  Name
•  Linked to multiple Courses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188720"/>
            <a:ext cx="2651760" cy="4526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188720"/>
            <a:ext cx="265176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1325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F46E5"/>
                </a:solidFill>
                <a:latin typeface="Segoe UI"/>
              </a:rPr>
              <a:t>Courses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0712" y="1792224"/>
            <a:ext cx="2322576" cy="182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0712" y="1938528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•  Name &amp; Description
•  Thumbnail / Cover Image
•  Language &amp; Duration
•  Level: Beginner / Intermediate / Advanced
•  Category (linked to Category Name)
•  Topics (multiple per course)
•  Materials: PDFs (outlines, notes, resources)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188720"/>
            <a:ext cx="2651760" cy="4526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1325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Segoe UI"/>
              </a:rPr>
              <a:t>Topics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1792224"/>
            <a:ext cx="2322576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1938528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•  Name
•  Linked to Course
•  Materials: PDFs (notes, exercises, references)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1188720"/>
            <a:ext cx="2651760" cy="4526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188720"/>
            <a:ext cx="26517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432" y="1325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  <a:latin typeface="Segoe UI"/>
              </a:rPr>
              <a:t>Materials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71432" y="1792224"/>
            <a:ext cx="2322576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1432" y="1938528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•  Available for both Courses and Topics
•  PDF format only
•  Outlines, lecture notes
•  Exercises &amp; reference documents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8C42"/>
                </a:solidFill>
                <a:latin typeface="Segoe UI"/>
              </a:rPr>
              <a:t>Our Multi-Faceted SEO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SkillSphere  An AI-Powered Personalized Education and Learning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556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Segoe UI"/>
              </a:rPr>
              <a:t>SkillSphere employs a blended strategy covering four key pillars to maximize search engine performance.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2651760" cy="4846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2651760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5544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42"/>
                </a:solidFill>
                <a:latin typeface="Segoe UI"/>
              </a:rPr>
              <a:t>Technical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020824"/>
            <a:ext cx="2322576" cy="1828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167128"/>
            <a:ext cx="2377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•  Static content injection: hidden H1/H2/UL in index.html — Google indexes course catalog even in React CSR
•  sitemap.xml on cPanel — 6 URLs: / , /explore , /blog , /about , /help , /certificate-verify with priority &amp; changefreq
•  robots.txt on cPanel — Allow: * (all pages crawlable), points to sitemap.xml
•  Full meta tag set: description, keywords (100+ Pakistan terms), robots, author
•  Open Graph tags: og:title, og:description, og:image, og:site_name
•  Twitter Card: summary_large_image with title, description &amp; OG image
•  font-display:swap on all custom fonts + Google Fonts preconnect
•  Deep linking — /explore &amp; course routes are directly shareable URLs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417320"/>
            <a:ext cx="2651760" cy="4846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417320"/>
            <a:ext cx="265176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15544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  <a:latin typeface="Segoe UI"/>
              </a:rPr>
              <a:t>On-Page SEO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0712" y="2020824"/>
            <a:ext cx="2322576" cy="182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0712" y="2167128"/>
            <a:ext cx="2377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•  Dynamic document.title updated per page via JavaScript
•  setMeta() injects OG &amp; Twitter tags at runtime per screen
•  og-image.png — custom social preview image for all shares
•  Canonical URLs on: / , /explore , /blog , /blog/:id , /help
•  Keywords meta: 100+ Pakistan-specific terms targeting learner searches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417320"/>
            <a:ext cx="2651760" cy="4846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417320"/>
            <a:ext cx="26517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15544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Segoe UI"/>
              </a:rPr>
              <a:t>Content SEO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1072" y="2020824"/>
            <a:ext cx="2322576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167128"/>
            <a:ext cx="2377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•  Blog system — BlogScreen + BlogPostScreen with per-post canonical URL
•  Help Center page (/help) — FAQ-style long-tail keyword coverage
•  Static course catalog in HTML: 100+ course names across 8 categories
•  About, Community, Privacy Policy &amp; Terms pages for trust signals
•  All pages in English with Urdu learner-targeting keyword 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1417320"/>
            <a:ext cx="2651760" cy="4846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1417320"/>
            <a:ext cx="26517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71432" y="15544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Segoe UI"/>
              </a:rPr>
              <a:t>Off-Page SEO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71432" y="2020824"/>
            <a:ext cx="2322576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71432" y="2167128"/>
            <a:ext cx="2377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•  Share modal on course detail — share to WhatsApp, Facebook, Twitter
•  OG image ensures rich social previews on all platforms
•  Email system: welcome, OTP, credentials &amp; certificates drive return visits
•  Certificates delivered as PDF — shareable on LinkedIn &amp; resumes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1352" y="0"/>
            <a:ext cx="3657600" cy="2743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02952" y="0"/>
            <a:ext cx="2286000" cy="1828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0"/>
            <a:ext cx="411480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29200"/>
            <a:ext cx="109728" cy="1828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8C42"/>
                </a:solidFill>
                <a:latin typeface="Segoe UI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93008"/>
            <a:ext cx="640080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8FAFC"/>
                </a:solidFill>
                <a:latin typeface="Segoe UI"/>
              </a:rPr>
              <a:t>that brings us to the 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879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We'd like to thank you for your time, interest and attention today.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Talha Rizwan  |  Muhammad Danish  |  Tehzeen Abbas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Supervised by Sir Salman Ahmed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