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saveSubsetFonts="1">
  <p:sldMasterIdLst>
    <p:sldMasterId id="2147483756" r:id="rId4"/>
  </p:sldMasterIdLst>
  <p:notesMasterIdLst>
    <p:notesMasterId r:id="rId12"/>
  </p:notesMasterIdLst>
  <p:handoutMasterIdLst>
    <p:handoutMasterId r:id="rId13"/>
  </p:handoutMasterIdLst>
  <p:sldIdLst>
    <p:sldId id="312" r:id="rId5"/>
    <p:sldId id="313" r:id="rId6"/>
    <p:sldId id="322" r:id="rId7"/>
    <p:sldId id="316" r:id="rId8"/>
    <p:sldId id="317" r:id="rId9"/>
    <p:sldId id="323" r:id="rId10"/>
    <p:sldId id="320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3840" userDrawn="1">
          <p15:clr>
            <a:srgbClr val="A4A3A4"/>
          </p15:clr>
        </p15:guide>
        <p15:guide id="2" orient="horz" pos="216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A987F3"/>
    <a:srgbClr val="555A60"/>
    <a:srgbClr val="7A7E84"/>
    <a:srgbClr val="F8F9FB"/>
    <a:srgbClr val="23213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18603FDC-E32A-4AB5-989C-0864C3EAD2B8}" styleName="Themed Style 2 - Accent 2">
    <a:tblBg>
      <a:fillRef idx="3">
        <a:schemeClr val="accent2"/>
      </a:fillRef>
      <a:effectRef idx="3">
        <a:schemeClr val="accent2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2">
                <a:tint val="50000"/>
              </a:schemeClr>
            </a:lnRef>
          </a:left>
          <a:right>
            <a:lnRef idx="1">
              <a:schemeClr val="accent2">
                <a:tint val="50000"/>
              </a:schemeClr>
            </a:lnRef>
          </a:right>
          <a:top>
            <a:lnRef idx="1">
              <a:schemeClr val="accent2">
                <a:tint val="50000"/>
              </a:schemeClr>
            </a:lnRef>
          </a:top>
          <a:bottom>
            <a:lnRef idx="1">
              <a:schemeClr val="accent2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E8034E78-7F5D-4C2E-B375-FC64B27BC917}" styleName="Dark Style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dk1">
              <a:tint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dk1">
              <a:tint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dk1">
              <a:tint val="6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305" autoAdjust="0"/>
    <p:restoredTop sz="96368" autoAdjust="0"/>
  </p:normalViewPr>
  <p:slideViewPr>
    <p:cSldViewPr>
      <p:cViewPr varScale="1">
        <p:scale>
          <a:sx n="74" d="100"/>
          <a:sy n="74" d="100"/>
        </p:scale>
        <p:origin x="936" y="53"/>
      </p:cViewPr>
      <p:guideLst>
        <p:guide pos="3840"/>
        <p:guide orient="horz" pos="216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notesViewPr>
    <p:cSldViewPr showGuides="1">
      <p:cViewPr varScale="1">
        <p:scale>
          <a:sx n="63" d="100"/>
          <a:sy n="63" d="100"/>
        </p:scale>
        <p:origin x="2838" y="108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handoutMaster" Target="handoutMasters/handoutMaster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notesMaster" Target="notesMasters/notesMaster1.xml"/><Relationship Id="rId17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viewProps" Target="viewProps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0E6E22E-288A-414B-A8DE-E4DBD03D5FC0}" type="datetimeFigureOut">
              <a:rPr lang="en-US"/>
              <a:t>2/15/2026</a:t>
            </a:fld>
            <a:endParaRPr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1114579-D02A-4B51-B5DF-8EC449F77AC7}" type="slidenum">
              <a:rPr/>
              <a:t>‹#›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7681263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9A9AE7E-E0F9-4C51-AD9A-F4C3A6E23BBF}" type="datetimeFigureOut">
              <a:rPr lang="en-US"/>
              <a:t>2/15/2026</a:t>
            </a:fld>
            <a:endParaRPr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t>Click to edit Master text styles</a:t>
            </a:r>
          </a:p>
          <a:p>
            <a:pPr lvl="1"/>
            <a:r>
              <a:t>Second level</a:t>
            </a:r>
          </a:p>
          <a:p>
            <a:pPr lvl="2"/>
            <a:r>
              <a:t>Third level</a:t>
            </a:r>
          </a:p>
          <a:p>
            <a:pPr lvl="3"/>
            <a:r>
              <a:t>Fourth level</a:t>
            </a:r>
          </a:p>
          <a:p>
            <a:pPr lvl="4"/>
            <a:r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6074690-7256-4BB9-AC0F-97AEAE8CDEC2}" type="slidenum">
              <a:rPr/>
              <a:t>‹#›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val="42742610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EBF2AB60-3F8C-B205-0E32-B5E61218EA6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-1" y="0"/>
            <a:ext cx="12192000" cy="6858000"/>
          </a:xfrm>
          <a:custGeom>
            <a:avLst/>
            <a:gdLst>
              <a:gd name="connsiteX0" fmla="*/ 0 w 12188825"/>
              <a:gd name="connsiteY0" fmla="*/ 0 h 6858000"/>
              <a:gd name="connsiteX1" fmla="*/ 6080697 w 12188825"/>
              <a:gd name="connsiteY1" fmla="*/ 0 h 6858000"/>
              <a:gd name="connsiteX2" fmla="*/ 6080697 w 12188825"/>
              <a:gd name="connsiteY2" fmla="*/ 2898648 h 6858000"/>
              <a:gd name="connsiteX3" fmla="*/ 6108129 w 12188825"/>
              <a:gd name="connsiteY3" fmla="*/ 2898648 h 6858000"/>
              <a:gd name="connsiteX4" fmla="*/ 6108129 w 12188825"/>
              <a:gd name="connsiteY4" fmla="*/ 0 h 6858000"/>
              <a:gd name="connsiteX5" fmla="*/ 12188825 w 12188825"/>
              <a:gd name="connsiteY5" fmla="*/ 0 h 6858000"/>
              <a:gd name="connsiteX6" fmla="*/ 12188825 w 12188825"/>
              <a:gd name="connsiteY6" fmla="*/ 6858000 h 6858000"/>
              <a:gd name="connsiteX7" fmla="*/ 0 w 12188825"/>
              <a:gd name="connsiteY7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88825" h="6858000">
                <a:moveTo>
                  <a:pt x="0" y="0"/>
                </a:moveTo>
                <a:lnTo>
                  <a:pt x="6080697" y="0"/>
                </a:lnTo>
                <a:lnTo>
                  <a:pt x="6080697" y="2898648"/>
                </a:lnTo>
                <a:lnTo>
                  <a:pt x="6108129" y="2898648"/>
                </a:lnTo>
                <a:lnTo>
                  <a:pt x="6108129" y="0"/>
                </a:lnTo>
                <a:lnTo>
                  <a:pt x="12188825" y="0"/>
                </a:lnTo>
                <a:lnTo>
                  <a:pt x="12188825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/>
            </a:lvl1pPr>
          </a:lstStyle>
          <a:p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16109" y="2743200"/>
            <a:ext cx="11359807" cy="1627632"/>
          </a:xfrm>
        </p:spPr>
        <p:txBody>
          <a:bodyPr anchor="b">
            <a:noAutofit/>
          </a:bodyPr>
          <a:lstStyle>
            <a:lvl1pPr algn="ctr">
              <a:lnSpc>
                <a:spcPct val="90000"/>
              </a:lnSpc>
              <a:defRPr sz="3713" b="0" cap="none" baseline="0">
                <a:solidFill>
                  <a:schemeClr val="accent2">
                    <a:lumMod val="20000"/>
                    <a:lumOff val="80000"/>
                  </a:schemeClr>
                </a:solidFill>
              </a:defRPr>
            </a:lvl1pPr>
          </a:lstStyle>
          <a:p>
            <a:r>
              <a:rPr lang="en-US" dirty="0"/>
              <a:t>CLICK T 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81039" y="4901184"/>
            <a:ext cx="9429920" cy="987552"/>
          </a:xfrm>
        </p:spPr>
        <p:txBody>
          <a:bodyPr anchor="t">
            <a:normAutofit/>
          </a:bodyPr>
          <a:lstStyle>
            <a:lvl1pPr marL="0" indent="0" algn="ctr">
              <a:spcBef>
                <a:spcPts val="0"/>
              </a:spcBef>
              <a:buNone/>
              <a:defRPr sz="1351" cap="all" baseline="0">
                <a:solidFill>
                  <a:schemeClr val="accent4">
                    <a:lumMod val="75000"/>
                  </a:schemeClr>
                </a:solidFill>
              </a:defRPr>
            </a:lvl1pPr>
            <a:lvl2pPr marL="257228" indent="0">
              <a:buNone/>
              <a:defRPr sz="1013">
                <a:solidFill>
                  <a:schemeClr val="tx1">
                    <a:tint val="75000"/>
                  </a:schemeClr>
                </a:solidFill>
              </a:defRPr>
            </a:lvl2pPr>
            <a:lvl3pPr marL="514456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3pPr>
            <a:lvl4pPr marL="771681" indent="0">
              <a:buNone/>
              <a:defRPr sz="788">
                <a:solidFill>
                  <a:schemeClr val="tx1">
                    <a:tint val="75000"/>
                  </a:schemeClr>
                </a:solidFill>
              </a:defRPr>
            </a:lvl4pPr>
            <a:lvl5pPr marL="1028906" indent="0">
              <a:buNone/>
              <a:defRPr sz="788">
                <a:solidFill>
                  <a:schemeClr val="tx1">
                    <a:tint val="75000"/>
                  </a:schemeClr>
                </a:solidFill>
              </a:defRPr>
            </a:lvl5pPr>
            <a:lvl6pPr marL="1286133" indent="0">
              <a:buNone/>
              <a:defRPr sz="788">
                <a:solidFill>
                  <a:schemeClr val="tx1">
                    <a:tint val="75000"/>
                  </a:schemeClr>
                </a:solidFill>
              </a:defRPr>
            </a:lvl6pPr>
            <a:lvl7pPr marL="1543359" indent="0">
              <a:buNone/>
              <a:defRPr sz="788">
                <a:solidFill>
                  <a:schemeClr val="tx1">
                    <a:tint val="75000"/>
                  </a:schemeClr>
                </a:solidFill>
              </a:defRPr>
            </a:lvl7pPr>
            <a:lvl8pPr marL="1800586" indent="0">
              <a:buNone/>
              <a:defRPr sz="788">
                <a:solidFill>
                  <a:schemeClr val="tx1">
                    <a:tint val="75000"/>
                  </a:schemeClr>
                </a:solidFill>
              </a:defRPr>
            </a:lvl8pPr>
            <a:lvl9pPr marL="2057811" indent="0">
              <a:buNone/>
              <a:defRPr sz="788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2E24B88-F571-25BB-4513-3A17217DC2E5}"/>
              </a:ext>
            </a:extLst>
          </p:cNvPr>
          <p:cNvSpPr/>
          <p:nvPr userDrawn="1"/>
        </p:nvSpPr>
        <p:spPr>
          <a:xfrm rot="5400000">
            <a:off x="4646675" y="1435625"/>
            <a:ext cx="2898648" cy="27439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13" dirty="0"/>
          </a:p>
        </p:txBody>
      </p:sp>
    </p:spTree>
    <p:extLst>
      <p:ext uri="{BB962C8B-B14F-4D97-AF65-F5344CB8AC3E}">
        <p14:creationId xmlns:p14="http://schemas.microsoft.com/office/powerpoint/2010/main" val="3923970629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, and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038C32FC-332A-A13C-E59A-4E60A15CBF6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920640" y="0"/>
            <a:ext cx="4271360" cy="6858000"/>
          </a:xfrm>
          <a:solidFill>
            <a:schemeClr val="bg2"/>
          </a:solidFill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1F06E6E-67F1-F80F-CD69-3BF1E814A004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dirty="0"/>
              <a:t>CLASSICAL LITERATURE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FF208DE-A7ED-9CAA-3D46-9581676E6D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28FB93-0A08-4E7D-8E63-9EFA29F1E093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22AF402F-F8C6-E5B1-65C7-DFC0D8ED0878}"/>
              </a:ext>
            </a:extLst>
          </p:cNvPr>
          <p:cNvCxnSpPr>
            <a:cxnSpLocks/>
          </p:cNvCxnSpPr>
          <p:nvPr userDrawn="1"/>
        </p:nvCxnSpPr>
        <p:spPr>
          <a:xfrm>
            <a:off x="1522811" y="2743200"/>
            <a:ext cx="0" cy="4114800"/>
          </a:xfrm>
          <a:prstGeom prst="line">
            <a:avLst/>
          </a:prstGeom>
          <a:ln w="25400">
            <a:solidFill>
              <a:schemeClr val="tx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7DF5DDB4-0253-D5F5-A233-DC6A9A787286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1829289" y="2743200"/>
            <a:ext cx="5103681" cy="2157984"/>
          </a:xfrm>
        </p:spPr>
        <p:txBody>
          <a:bodyPr>
            <a:normAutofit/>
          </a:bodyPr>
          <a:lstStyle>
            <a:lvl1pPr>
              <a:defRPr sz="900"/>
            </a:lvl1pPr>
            <a:lvl2pPr>
              <a:defRPr sz="900"/>
            </a:lvl2pPr>
            <a:lvl3pPr>
              <a:defRPr sz="900"/>
            </a:lvl3pPr>
            <a:lvl4pPr>
              <a:defRPr sz="900"/>
            </a:lvl4pPr>
            <a:lvl5pPr>
              <a:defRPr sz="9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Title 9">
            <a:extLst>
              <a:ext uri="{FF2B5EF4-FFF2-40B4-BE49-F238E27FC236}">
                <a16:creationId xmlns:a16="http://schemas.microsoft.com/office/drawing/2014/main" id="{04443289-DF01-FBD1-69E2-EFCCAF58C8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246" y="640080"/>
            <a:ext cx="6859787" cy="1700784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053911917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1F06E6E-67F1-F80F-CD69-3BF1E814A004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2">
                    <a:lumMod val="50000"/>
                  </a:schemeClr>
                </a:solidFill>
              </a:defRPr>
            </a:lvl1pPr>
          </a:lstStyle>
          <a:p>
            <a:r>
              <a:rPr lang="en-US" dirty="0"/>
              <a:t>CLASSICAL LITERATURE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FF208DE-A7ED-9CAA-3D46-9581676E6D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>
                    <a:lumMod val="50000"/>
                  </a:schemeClr>
                </a:solidFill>
              </a:defRPr>
            </a:lvl1pPr>
          </a:lstStyle>
          <a:p>
            <a:fld id="{DF28FB93-0A08-4E7D-8E63-9EFA29F1E09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7DF5DDB4-0253-D5F5-A233-DC6A9A787286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1220981" y="2386584"/>
            <a:ext cx="9750043" cy="4014216"/>
          </a:xfrm>
        </p:spPr>
        <p:txBody>
          <a:bodyPr>
            <a:normAutofit/>
          </a:bodyPr>
          <a:lstStyle>
            <a:lvl1pPr>
              <a:defRPr sz="900"/>
            </a:lvl1pPr>
            <a:lvl2pPr>
              <a:defRPr sz="900"/>
            </a:lvl2pPr>
            <a:lvl3pPr>
              <a:defRPr sz="900"/>
            </a:lvl3pPr>
            <a:lvl4pPr>
              <a:defRPr sz="900"/>
            </a:lvl4pPr>
            <a:lvl5pPr>
              <a:defRPr sz="9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EE196DA-ED88-0EDC-A28F-7426416C0C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20981" y="640080"/>
            <a:ext cx="9750043" cy="1625600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030462608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two content, and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038C32FC-332A-A13C-E59A-4E60A15CBF6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" y="0"/>
            <a:ext cx="3356723" cy="6858000"/>
          </a:xfrm>
          <a:solidFill>
            <a:schemeClr val="bg2"/>
          </a:solidFill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1F06E6E-67F1-F80F-CD69-3BF1E814A004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dirty="0"/>
              <a:t>CLASSICAL LITERATURE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FF208DE-A7ED-9CAA-3D46-9581676E6D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28FB93-0A08-4E7D-8E63-9EFA29F1E09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7DF5DDB4-0253-D5F5-A233-DC6A9A787286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179910" y="2862072"/>
            <a:ext cx="7399423" cy="1572768"/>
          </a:xfrm>
        </p:spPr>
        <p:txBody>
          <a:bodyPr>
            <a:normAutofit/>
          </a:bodyPr>
          <a:lstStyle>
            <a:lvl1pPr>
              <a:defRPr sz="900"/>
            </a:lvl1pPr>
            <a:lvl2pPr>
              <a:defRPr sz="900"/>
            </a:lvl2pPr>
            <a:lvl3pPr>
              <a:defRPr sz="900"/>
            </a:lvl3pPr>
            <a:lvl4pPr>
              <a:defRPr sz="900"/>
            </a:lvl4pPr>
            <a:lvl5pPr>
              <a:defRPr sz="9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Title 9">
            <a:extLst>
              <a:ext uri="{FF2B5EF4-FFF2-40B4-BE49-F238E27FC236}">
                <a16:creationId xmlns:a16="http://schemas.microsoft.com/office/drawing/2014/main" id="{04443289-DF01-FBD1-69E2-EFCCAF58C8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79910" y="640080"/>
            <a:ext cx="7399423" cy="1773936"/>
          </a:xfrm>
        </p:spPr>
        <p:txBody>
          <a:bodyPr anchor="t" anchorCtr="0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2" name="Content Placeholder 8">
            <a:extLst>
              <a:ext uri="{FF2B5EF4-FFF2-40B4-BE49-F238E27FC236}">
                <a16:creationId xmlns:a16="http://schemas.microsoft.com/office/drawing/2014/main" id="{D5E17843-7672-6C71-1608-D794830CE89C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4161618" y="4846320"/>
            <a:ext cx="7399423" cy="1170432"/>
          </a:xfrm>
        </p:spPr>
        <p:txBody>
          <a:bodyPr>
            <a:noAutofit/>
          </a:bodyPr>
          <a:lstStyle>
            <a:lvl1pPr>
              <a:spcBef>
                <a:spcPts val="676"/>
              </a:spcBef>
              <a:defRPr sz="676"/>
            </a:lvl1pPr>
            <a:lvl2pPr>
              <a:spcBef>
                <a:spcPts val="676"/>
              </a:spcBef>
              <a:defRPr sz="676"/>
            </a:lvl2pPr>
            <a:lvl3pPr>
              <a:spcBef>
                <a:spcPts val="676"/>
              </a:spcBef>
              <a:defRPr sz="676"/>
            </a:lvl3pPr>
            <a:lvl4pPr>
              <a:spcBef>
                <a:spcPts val="676"/>
              </a:spcBef>
              <a:defRPr sz="676"/>
            </a:lvl4pPr>
            <a:lvl5pPr>
              <a:spcBef>
                <a:spcPts val="676"/>
              </a:spcBef>
              <a:defRPr sz="676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277177303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two content, and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038C32FC-332A-A13C-E59A-4E60A15CBF6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917721" y="0"/>
            <a:ext cx="2588427" cy="6858000"/>
          </a:xfrm>
          <a:solidFill>
            <a:schemeClr val="bg2"/>
          </a:solidFill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1F06E6E-67F1-F80F-CD69-3BF1E814A004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dirty="0"/>
              <a:t>CLASSICAL LITERATURE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FF208DE-A7ED-9CAA-3D46-9581676E6D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28FB93-0A08-4E7D-8E63-9EFA29F1E09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7DF5DDB4-0253-D5F5-A233-DC6A9A787286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40259" y="2679192"/>
            <a:ext cx="7243935" cy="1170432"/>
          </a:xfrm>
        </p:spPr>
        <p:txBody>
          <a:bodyPr>
            <a:noAutofit/>
          </a:bodyPr>
          <a:lstStyle>
            <a:lvl1pPr>
              <a:spcBef>
                <a:spcPts val="676"/>
              </a:spcBef>
              <a:buClr>
                <a:schemeClr val="accent2">
                  <a:lumMod val="20000"/>
                  <a:lumOff val="80000"/>
                </a:schemeClr>
              </a:buClr>
              <a:defRPr sz="676">
                <a:solidFill>
                  <a:schemeClr val="accent2">
                    <a:lumMod val="20000"/>
                    <a:lumOff val="80000"/>
                  </a:schemeClr>
                </a:solidFill>
              </a:defRPr>
            </a:lvl1pPr>
            <a:lvl2pPr>
              <a:spcBef>
                <a:spcPts val="676"/>
              </a:spcBef>
              <a:buClr>
                <a:schemeClr val="accent2">
                  <a:lumMod val="20000"/>
                  <a:lumOff val="80000"/>
                </a:schemeClr>
              </a:buClr>
              <a:defRPr sz="676">
                <a:solidFill>
                  <a:schemeClr val="accent2">
                    <a:lumMod val="20000"/>
                    <a:lumOff val="80000"/>
                  </a:schemeClr>
                </a:solidFill>
              </a:defRPr>
            </a:lvl2pPr>
            <a:lvl3pPr>
              <a:spcBef>
                <a:spcPts val="676"/>
              </a:spcBef>
              <a:buClr>
                <a:schemeClr val="accent2">
                  <a:lumMod val="20000"/>
                  <a:lumOff val="80000"/>
                </a:schemeClr>
              </a:buClr>
              <a:defRPr sz="676">
                <a:solidFill>
                  <a:schemeClr val="accent2">
                    <a:lumMod val="20000"/>
                    <a:lumOff val="80000"/>
                  </a:schemeClr>
                </a:solidFill>
              </a:defRPr>
            </a:lvl3pPr>
            <a:lvl4pPr>
              <a:spcBef>
                <a:spcPts val="676"/>
              </a:spcBef>
              <a:buClr>
                <a:schemeClr val="accent2">
                  <a:lumMod val="20000"/>
                  <a:lumOff val="80000"/>
                </a:schemeClr>
              </a:buClr>
              <a:defRPr sz="676">
                <a:solidFill>
                  <a:schemeClr val="accent2">
                    <a:lumMod val="20000"/>
                    <a:lumOff val="80000"/>
                  </a:schemeClr>
                </a:solidFill>
              </a:defRPr>
            </a:lvl4pPr>
            <a:lvl5pPr>
              <a:spcBef>
                <a:spcPts val="676"/>
              </a:spcBef>
              <a:buClr>
                <a:schemeClr val="accent2">
                  <a:lumMod val="20000"/>
                  <a:lumOff val="80000"/>
                </a:schemeClr>
              </a:buClr>
              <a:defRPr sz="676">
                <a:solidFill>
                  <a:schemeClr val="accent2">
                    <a:lumMod val="20000"/>
                    <a:lumOff val="80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Title 9">
            <a:extLst>
              <a:ext uri="{FF2B5EF4-FFF2-40B4-BE49-F238E27FC236}">
                <a16:creationId xmlns:a16="http://schemas.microsoft.com/office/drawing/2014/main" id="{04443289-DF01-FBD1-69E2-EFCCAF58C8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246" y="640080"/>
            <a:ext cx="6859787" cy="1700784"/>
          </a:xfrm>
        </p:spPr>
        <p:txBody>
          <a:bodyPr/>
          <a:lstStyle>
            <a:lvl1pPr>
              <a:defRPr>
                <a:solidFill>
                  <a:schemeClr val="accent2">
                    <a:lumMod val="20000"/>
                    <a:lumOff val="80000"/>
                  </a:schemeClr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2" name="Content Placeholder 8">
            <a:extLst>
              <a:ext uri="{FF2B5EF4-FFF2-40B4-BE49-F238E27FC236}">
                <a16:creationId xmlns:a16="http://schemas.microsoft.com/office/drawing/2014/main" id="{7856CD97-B46D-FEB2-B35C-2890C62DB543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640259" y="4059936"/>
            <a:ext cx="7243935" cy="2130552"/>
          </a:xfrm>
        </p:spPr>
        <p:txBody>
          <a:bodyPr>
            <a:normAutofit/>
          </a:bodyPr>
          <a:lstStyle>
            <a:lvl1pPr>
              <a:buClr>
                <a:schemeClr val="accent2">
                  <a:lumMod val="20000"/>
                  <a:lumOff val="80000"/>
                </a:schemeClr>
              </a:buClr>
              <a:defRPr sz="676">
                <a:solidFill>
                  <a:schemeClr val="accent2">
                    <a:lumMod val="20000"/>
                    <a:lumOff val="80000"/>
                  </a:schemeClr>
                </a:solidFill>
              </a:defRPr>
            </a:lvl1pPr>
            <a:lvl2pPr>
              <a:buClr>
                <a:schemeClr val="accent2">
                  <a:lumMod val="20000"/>
                  <a:lumOff val="80000"/>
                </a:schemeClr>
              </a:buClr>
              <a:defRPr sz="676">
                <a:solidFill>
                  <a:schemeClr val="accent2">
                    <a:lumMod val="20000"/>
                    <a:lumOff val="80000"/>
                  </a:schemeClr>
                </a:solidFill>
              </a:defRPr>
            </a:lvl2pPr>
            <a:lvl3pPr>
              <a:buClr>
                <a:schemeClr val="accent2">
                  <a:lumMod val="20000"/>
                  <a:lumOff val="80000"/>
                </a:schemeClr>
              </a:buClr>
              <a:defRPr sz="676">
                <a:solidFill>
                  <a:schemeClr val="accent2">
                    <a:lumMod val="20000"/>
                    <a:lumOff val="80000"/>
                  </a:schemeClr>
                </a:solidFill>
              </a:defRPr>
            </a:lvl3pPr>
            <a:lvl4pPr>
              <a:buClr>
                <a:schemeClr val="accent2">
                  <a:lumMod val="20000"/>
                  <a:lumOff val="80000"/>
                </a:schemeClr>
              </a:buClr>
              <a:defRPr sz="676">
                <a:solidFill>
                  <a:schemeClr val="accent2">
                    <a:lumMod val="20000"/>
                    <a:lumOff val="80000"/>
                  </a:schemeClr>
                </a:solidFill>
              </a:defRPr>
            </a:lvl4pPr>
            <a:lvl5pPr>
              <a:buClr>
                <a:schemeClr val="accent2">
                  <a:lumMod val="20000"/>
                  <a:lumOff val="80000"/>
                </a:schemeClr>
              </a:buClr>
              <a:defRPr sz="676">
                <a:solidFill>
                  <a:schemeClr val="accent2">
                    <a:lumMod val="20000"/>
                    <a:lumOff val="80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0597576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8157CF4D-A5B0-F63D-3033-42520894BFE3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-1" y="0"/>
            <a:ext cx="12192000" cy="6858000"/>
          </a:xfrm>
          <a:custGeom>
            <a:avLst/>
            <a:gdLst>
              <a:gd name="connsiteX0" fmla="*/ 4759389 w 12188825"/>
              <a:gd name="connsiteY0" fmla="*/ 4787265 h 6858000"/>
              <a:gd name="connsiteX1" fmla="*/ 4759389 w 12188825"/>
              <a:gd name="connsiteY1" fmla="*/ 4814697 h 6858000"/>
              <a:gd name="connsiteX2" fmla="*/ 7429437 w 12188825"/>
              <a:gd name="connsiteY2" fmla="*/ 4814697 h 6858000"/>
              <a:gd name="connsiteX3" fmla="*/ 7429437 w 12188825"/>
              <a:gd name="connsiteY3" fmla="*/ 4787265 h 6858000"/>
              <a:gd name="connsiteX4" fmla="*/ 0 w 12188825"/>
              <a:gd name="connsiteY4" fmla="*/ 0 h 6858000"/>
              <a:gd name="connsiteX5" fmla="*/ 12188825 w 12188825"/>
              <a:gd name="connsiteY5" fmla="*/ 0 h 6858000"/>
              <a:gd name="connsiteX6" fmla="*/ 12188825 w 12188825"/>
              <a:gd name="connsiteY6" fmla="*/ 6858000 h 6858000"/>
              <a:gd name="connsiteX7" fmla="*/ 0 w 12188825"/>
              <a:gd name="connsiteY7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88825" h="6858000">
                <a:moveTo>
                  <a:pt x="4759389" y="4787265"/>
                </a:moveTo>
                <a:lnTo>
                  <a:pt x="4759389" y="4814697"/>
                </a:lnTo>
                <a:lnTo>
                  <a:pt x="7429437" y="4814697"/>
                </a:lnTo>
                <a:lnTo>
                  <a:pt x="7429437" y="4787265"/>
                </a:lnTo>
                <a:close/>
                <a:moveTo>
                  <a:pt x="0" y="0"/>
                </a:moveTo>
                <a:lnTo>
                  <a:pt x="12188825" y="0"/>
                </a:lnTo>
                <a:lnTo>
                  <a:pt x="12188825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/>
            </a:lvl1pPr>
          </a:lstStyle>
          <a:p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16109" y="3657600"/>
            <a:ext cx="11359807" cy="941832"/>
          </a:xfrm>
        </p:spPr>
        <p:txBody>
          <a:bodyPr anchor="t">
            <a:normAutofit/>
          </a:bodyPr>
          <a:lstStyle>
            <a:lvl1pPr algn="ctr">
              <a:lnSpc>
                <a:spcPct val="90000"/>
              </a:lnSpc>
              <a:defRPr sz="2703" b="0" cap="none" baseline="0">
                <a:solidFill>
                  <a:schemeClr val="accent2">
                    <a:lumMod val="20000"/>
                    <a:lumOff val="80000"/>
                  </a:schemeClr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81039" y="5129784"/>
            <a:ext cx="9429920" cy="987552"/>
          </a:xfrm>
        </p:spPr>
        <p:txBody>
          <a:bodyPr anchor="t">
            <a:normAutofit/>
          </a:bodyPr>
          <a:lstStyle>
            <a:lvl1pPr marL="0" indent="0" algn="ctr">
              <a:spcBef>
                <a:spcPts val="0"/>
              </a:spcBef>
              <a:buNone/>
              <a:defRPr sz="1351" cap="all" baseline="0">
                <a:solidFill>
                  <a:schemeClr val="accent4">
                    <a:lumMod val="75000"/>
                  </a:schemeClr>
                </a:solidFill>
              </a:defRPr>
            </a:lvl1pPr>
            <a:lvl2pPr marL="257228" indent="0">
              <a:buNone/>
              <a:defRPr sz="1013">
                <a:solidFill>
                  <a:schemeClr val="tx1">
                    <a:tint val="75000"/>
                  </a:schemeClr>
                </a:solidFill>
              </a:defRPr>
            </a:lvl2pPr>
            <a:lvl3pPr marL="514456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3pPr>
            <a:lvl4pPr marL="771681" indent="0">
              <a:buNone/>
              <a:defRPr sz="788">
                <a:solidFill>
                  <a:schemeClr val="tx1">
                    <a:tint val="75000"/>
                  </a:schemeClr>
                </a:solidFill>
              </a:defRPr>
            </a:lvl4pPr>
            <a:lvl5pPr marL="1028906" indent="0">
              <a:buNone/>
              <a:defRPr sz="788">
                <a:solidFill>
                  <a:schemeClr val="tx1">
                    <a:tint val="75000"/>
                  </a:schemeClr>
                </a:solidFill>
              </a:defRPr>
            </a:lvl5pPr>
            <a:lvl6pPr marL="1286133" indent="0">
              <a:buNone/>
              <a:defRPr sz="788">
                <a:solidFill>
                  <a:schemeClr val="tx1">
                    <a:tint val="75000"/>
                  </a:schemeClr>
                </a:solidFill>
              </a:defRPr>
            </a:lvl6pPr>
            <a:lvl7pPr marL="1543359" indent="0">
              <a:buNone/>
              <a:defRPr sz="788">
                <a:solidFill>
                  <a:schemeClr val="tx1">
                    <a:tint val="75000"/>
                  </a:schemeClr>
                </a:solidFill>
              </a:defRPr>
            </a:lvl7pPr>
            <a:lvl8pPr marL="1800586" indent="0">
              <a:buNone/>
              <a:defRPr sz="788">
                <a:solidFill>
                  <a:schemeClr val="tx1">
                    <a:tint val="75000"/>
                  </a:schemeClr>
                </a:solidFill>
              </a:defRPr>
            </a:lvl8pPr>
            <a:lvl9pPr marL="2057811" indent="0">
              <a:buNone/>
              <a:defRPr sz="788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DC6E071-6E0A-A6A5-AC43-072450B96555}"/>
              </a:ext>
            </a:extLst>
          </p:cNvPr>
          <p:cNvSpPr/>
          <p:nvPr userDrawn="1"/>
        </p:nvSpPr>
        <p:spPr>
          <a:xfrm>
            <a:off x="4760627" y="4787265"/>
            <a:ext cx="2670744" cy="27432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13" dirty="0"/>
          </a:p>
        </p:txBody>
      </p:sp>
    </p:spTree>
    <p:extLst>
      <p:ext uri="{BB962C8B-B14F-4D97-AF65-F5344CB8AC3E}">
        <p14:creationId xmlns:p14="http://schemas.microsoft.com/office/powerpoint/2010/main" val="552628250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A6CCC78F-07A7-7F5C-E67F-2CFC846E0DE1}"/>
              </a:ext>
            </a:extLst>
          </p:cNvPr>
          <p:cNvSpPr/>
          <p:nvPr userDrawn="1"/>
        </p:nvSpPr>
        <p:spPr>
          <a:xfrm>
            <a:off x="3814044" y="612648"/>
            <a:ext cx="7637229" cy="54864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13" dirty="0"/>
          </a:p>
        </p:txBody>
      </p:sp>
      <p:sp>
        <p:nvSpPr>
          <p:cNvPr id="17" name="Picture Placeholder 16">
            <a:extLst>
              <a:ext uri="{FF2B5EF4-FFF2-40B4-BE49-F238E27FC236}">
                <a16:creationId xmlns:a16="http://schemas.microsoft.com/office/drawing/2014/main" id="{5D7FFB3F-B685-7C31-5080-632B0441EADA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8908576" cy="6858000"/>
          </a:xfrm>
          <a:custGeom>
            <a:avLst/>
            <a:gdLst>
              <a:gd name="connsiteX0" fmla="*/ 0 w 8906256"/>
              <a:gd name="connsiteY0" fmla="*/ 0 h 6858000"/>
              <a:gd name="connsiteX1" fmla="*/ 8906256 w 8906256"/>
              <a:gd name="connsiteY1" fmla="*/ 0 h 6858000"/>
              <a:gd name="connsiteX2" fmla="*/ 8906256 w 8906256"/>
              <a:gd name="connsiteY2" fmla="*/ 612648 h 6858000"/>
              <a:gd name="connsiteX3" fmla="*/ 4945285 w 8906256"/>
              <a:gd name="connsiteY3" fmla="*/ 612648 h 6858000"/>
              <a:gd name="connsiteX4" fmla="*/ 3813048 w 8906256"/>
              <a:gd name="connsiteY4" fmla="*/ 612648 h 6858000"/>
              <a:gd name="connsiteX5" fmla="*/ 3813048 w 8906256"/>
              <a:gd name="connsiteY5" fmla="*/ 6099048 h 6858000"/>
              <a:gd name="connsiteX6" fmla="*/ 4945285 w 8906256"/>
              <a:gd name="connsiteY6" fmla="*/ 6099048 h 6858000"/>
              <a:gd name="connsiteX7" fmla="*/ 8906256 w 8906256"/>
              <a:gd name="connsiteY7" fmla="*/ 6099048 h 6858000"/>
              <a:gd name="connsiteX8" fmla="*/ 8906256 w 8906256"/>
              <a:gd name="connsiteY8" fmla="*/ 6858000 h 6858000"/>
              <a:gd name="connsiteX9" fmla="*/ 0 w 8906256"/>
              <a:gd name="connsiteY9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8906256" h="6858000">
                <a:moveTo>
                  <a:pt x="0" y="0"/>
                </a:moveTo>
                <a:lnTo>
                  <a:pt x="8906256" y="0"/>
                </a:lnTo>
                <a:lnTo>
                  <a:pt x="8906256" y="612648"/>
                </a:lnTo>
                <a:lnTo>
                  <a:pt x="4945285" y="612648"/>
                </a:lnTo>
                <a:lnTo>
                  <a:pt x="3813048" y="612648"/>
                </a:lnTo>
                <a:lnTo>
                  <a:pt x="3813048" y="6099048"/>
                </a:lnTo>
                <a:lnTo>
                  <a:pt x="4945285" y="6099048"/>
                </a:lnTo>
                <a:lnTo>
                  <a:pt x="8906256" y="6099048"/>
                </a:lnTo>
                <a:lnTo>
                  <a:pt x="8906256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2"/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/>
            </a:lvl1pPr>
          </a:lstStyle>
          <a:p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1F06E6E-67F1-F80F-CD69-3BF1E814A004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dirty="0"/>
              <a:t>CLASSICAL LITERATURE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FF208DE-A7ED-9CAA-3D46-9581676E6D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28FB93-0A08-4E7D-8E63-9EFA29F1E093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21A4DAAA-F386-CC30-C391-320517CB5974}"/>
              </a:ext>
            </a:extLst>
          </p:cNvPr>
          <p:cNvCxnSpPr>
            <a:cxnSpLocks/>
          </p:cNvCxnSpPr>
          <p:nvPr userDrawn="1"/>
        </p:nvCxnSpPr>
        <p:spPr>
          <a:xfrm>
            <a:off x="4571602" y="3886200"/>
            <a:ext cx="6873643" cy="0"/>
          </a:xfrm>
          <a:prstGeom prst="line">
            <a:avLst/>
          </a:prstGeom>
          <a:ln w="254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E89B1E0A-D5BC-6920-B6F6-E799F22323B0}"/>
              </a:ext>
            </a:extLst>
          </p:cNvPr>
          <p:cNvCxnSpPr>
            <a:cxnSpLocks/>
          </p:cNvCxnSpPr>
          <p:nvPr userDrawn="1"/>
        </p:nvCxnSpPr>
        <p:spPr>
          <a:xfrm>
            <a:off x="11447679" y="3886200"/>
            <a:ext cx="744335" cy="0"/>
          </a:xfrm>
          <a:prstGeom prst="line">
            <a:avLst/>
          </a:prstGeom>
          <a:ln w="254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itle 9">
            <a:extLst>
              <a:ext uri="{FF2B5EF4-FFF2-40B4-BE49-F238E27FC236}">
                <a16:creationId xmlns:a16="http://schemas.microsoft.com/office/drawing/2014/main" id="{04443289-DF01-FBD1-69E2-EFCCAF58C8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35995" y="1389888"/>
            <a:ext cx="6329296" cy="2304288"/>
          </a:xfrm>
        </p:spPr>
        <p:txBody>
          <a:bodyPr/>
          <a:lstStyle>
            <a:lvl1pPr>
              <a:defRPr>
                <a:solidFill>
                  <a:schemeClr val="tx2">
                    <a:lumMod val="50000"/>
                  </a:schemeClr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B4A24C6E-B46B-052B-14AF-08C705E55A2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231736" y="3813048"/>
            <a:ext cx="2112815" cy="711200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900" b="1" cap="all" baseline="0"/>
            </a:lvl1pPr>
            <a:lvl2pPr marL="257228" indent="0">
              <a:buNone/>
              <a:defRPr sz="1127" b="1"/>
            </a:lvl2pPr>
            <a:lvl3pPr marL="514456" indent="0">
              <a:buNone/>
              <a:defRPr sz="1013" b="1"/>
            </a:lvl3pPr>
            <a:lvl4pPr marL="771681" indent="0">
              <a:buNone/>
              <a:defRPr sz="900" b="1"/>
            </a:lvl4pPr>
            <a:lvl5pPr marL="1028906" indent="0">
              <a:buNone/>
              <a:defRPr sz="900" b="1"/>
            </a:lvl5pPr>
            <a:lvl6pPr marL="1286133" indent="0">
              <a:buNone/>
              <a:defRPr sz="900" b="1"/>
            </a:lvl6pPr>
            <a:lvl7pPr marL="1543359" indent="0">
              <a:buNone/>
              <a:defRPr sz="900" b="1"/>
            </a:lvl7pPr>
            <a:lvl8pPr marL="1800586" indent="0">
              <a:buNone/>
              <a:defRPr sz="900" b="1"/>
            </a:lvl8pPr>
            <a:lvl9pPr marL="2057811" indent="0">
              <a:buNone/>
              <a:defRPr sz="9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4" name="Content Placeholder 3">
            <a:extLst>
              <a:ext uri="{FF2B5EF4-FFF2-40B4-BE49-F238E27FC236}">
                <a16:creationId xmlns:a16="http://schemas.microsoft.com/office/drawing/2014/main" id="{D803DA3C-F09E-61FF-139B-50144783786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231745" y="4617720"/>
            <a:ext cx="1902447" cy="1316736"/>
          </a:xfrm>
        </p:spPr>
        <p:txBody>
          <a:bodyPr>
            <a:normAutofit/>
          </a:bodyPr>
          <a:lstStyle>
            <a:lvl1pPr>
              <a:lnSpc>
                <a:spcPct val="100000"/>
              </a:lnSpc>
              <a:spcBef>
                <a:spcPts val="225"/>
              </a:spcBef>
              <a:defRPr sz="900"/>
            </a:lvl1pPr>
            <a:lvl2pPr>
              <a:lnSpc>
                <a:spcPct val="100000"/>
              </a:lnSpc>
              <a:spcBef>
                <a:spcPts val="225"/>
              </a:spcBef>
              <a:defRPr sz="1013"/>
            </a:lvl2pPr>
            <a:lvl3pPr>
              <a:lnSpc>
                <a:spcPct val="100000"/>
              </a:lnSpc>
              <a:spcBef>
                <a:spcPts val="225"/>
              </a:spcBef>
              <a:defRPr sz="900"/>
            </a:lvl3pPr>
            <a:lvl4pPr>
              <a:lnSpc>
                <a:spcPct val="100000"/>
              </a:lnSpc>
              <a:spcBef>
                <a:spcPts val="225"/>
              </a:spcBef>
              <a:defRPr sz="788"/>
            </a:lvl4pPr>
            <a:lvl5pPr>
              <a:lnSpc>
                <a:spcPct val="100000"/>
              </a:lnSpc>
              <a:spcBef>
                <a:spcPts val="225"/>
              </a:spcBef>
              <a:defRPr sz="788"/>
            </a:lvl5pPr>
            <a:lvl6pPr>
              <a:defRPr sz="788"/>
            </a:lvl6pPr>
            <a:lvl7pPr>
              <a:defRPr sz="788"/>
            </a:lvl7pPr>
            <a:lvl8pPr>
              <a:defRPr sz="788"/>
            </a:lvl8pPr>
            <a:lvl9pPr>
              <a:defRPr sz="788"/>
            </a:lvl9pPr>
          </a:lstStyle>
          <a:p>
            <a:pPr lvl="0"/>
            <a:r>
              <a:rPr lang="en-US" dirty="0"/>
              <a:t>Click to edit Master text styles</a:t>
            </a:r>
            <a:endParaRPr dirty="0"/>
          </a:p>
        </p:txBody>
      </p:sp>
      <p:sp>
        <p:nvSpPr>
          <p:cNvPr id="15" name="Text Placeholder 4">
            <a:extLst>
              <a:ext uri="{FF2B5EF4-FFF2-40B4-BE49-F238E27FC236}">
                <a16:creationId xmlns:a16="http://schemas.microsoft.com/office/drawing/2014/main" id="{8D23143E-34D4-7916-690C-3BE38058866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8076269" y="3813048"/>
            <a:ext cx="1902447" cy="7112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900" b="1" cap="all" baseline="0"/>
            </a:lvl1pPr>
            <a:lvl2pPr marL="257228" indent="0">
              <a:buNone/>
              <a:defRPr sz="1127" b="1"/>
            </a:lvl2pPr>
            <a:lvl3pPr marL="514456" indent="0">
              <a:buNone/>
              <a:defRPr sz="1013" b="1"/>
            </a:lvl3pPr>
            <a:lvl4pPr marL="771681" indent="0">
              <a:buNone/>
              <a:defRPr sz="900" b="1"/>
            </a:lvl4pPr>
            <a:lvl5pPr marL="1028906" indent="0">
              <a:buNone/>
              <a:defRPr sz="900" b="1"/>
            </a:lvl5pPr>
            <a:lvl6pPr marL="1286133" indent="0">
              <a:buNone/>
              <a:defRPr sz="900" b="1"/>
            </a:lvl6pPr>
            <a:lvl7pPr marL="1543359" indent="0">
              <a:buNone/>
              <a:defRPr sz="900" b="1"/>
            </a:lvl7pPr>
            <a:lvl8pPr marL="1800586" indent="0">
              <a:buNone/>
              <a:defRPr sz="900" b="1"/>
            </a:lvl8pPr>
            <a:lvl9pPr marL="2057811" indent="0">
              <a:buNone/>
              <a:defRPr sz="9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6" name="Content Placeholder 5">
            <a:extLst>
              <a:ext uri="{FF2B5EF4-FFF2-40B4-BE49-F238E27FC236}">
                <a16:creationId xmlns:a16="http://schemas.microsoft.com/office/drawing/2014/main" id="{6FEC2F71-3E9B-0E18-C638-41C2B0C8D5D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8076269" y="4617720"/>
            <a:ext cx="1902447" cy="1316736"/>
          </a:xfrm>
        </p:spPr>
        <p:txBody>
          <a:bodyPr>
            <a:normAutofit/>
          </a:bodyPr>
          <a:lstStyle>
            <a:lvl1pPr>
              <a:lnSpc>
                <a:spcPct val="100000"/>
              </a:lnSpc>
              <a:spcBef>
                <a:spcPts val="225"/>
              </a:spcBef>
              <a:defRPr sz="900"/>
            </a:lvl1pPr>
            <a:lvl2pPr>
              <a:lnSpc>
                <a:spcPct val="100000"/>
              </a:lnSpc>
              <a:spcBef>
                <a:spcPts val="225"/>
              </a:spcBef>
              <a:defRPr sz="1013"/>
            </a:lvl2pPr>
            <a:lvl3pPr>
              <a:lnSpc>
                <a:spcPct val="100000"/>
              </a:lnSpc>
              <a:spcBef>
                <a:spcPts val="225"/>
              </a:spcBef>
              <a:defRPr sz="900"/>
            </a:lvl3pPr>
            <a:lvl4pPr>
              <a:lnSpc>
                <a:spcPct val="100000"/>
              </a:lnSpc>
              <a:spcBef>
                <a:spcPts val="225"/>
              </a:spcBef>
              <a:defRPr sz="788"/>
            </a:lvl4pPr>
            <a:lvl5pPr>
              <a:lnSpc>
                <a:spcPct val="100000"/>
              </a:lnSpc>
              <a:spcBef>
                <a:spcPts val="225"/>
              </a:spcBef>
              <a:defRPr sz="788"/>
            </a:lvl5pPr>
            <a:lvl6pPr>
              <a:defRPr sz="788"/>
            </a:lvl6pPr>
            <a:lvl7pPr>
              <a:defRPr sz="788"/>
            </a:lvl7pPr>
            <a:lvl8pPr>
              <a:defRPr sz="788"/>
            </a:lvl8pPr>
            <a:lvl9pPr>
              <a:defRPr sz="788"/>
            </a:lvl9pPr>
          </a:lstStyle>
          <a:p>
            <a:pPr lvl="0"/>
            <a:r>
              <a:rPr lang="en-US" dirty="0"/>
              <a:t>Click to edit Master text styles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926549897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914641" y="1444752"/>
            <a:ext cx="10362851" cy="4416552"/>
          </a:xfrm>
        </p:spPr>
        <p:txBody>
          <a:bodyPr lIns="91440" rIns="91440" anchor="t">
            <a:noAutofit/>
          </a:bodyPr>
          <a:lstStyle>
            <a:lvl1pPr algn="l">
              <a:lnSpc>
                <a:spcPct val="100000"/>
              </a:lnSpc>
              <a:defRPr sz="2251" b="0" cap="none" baseline="0">
                <a:solidFill>
                  <a:schemeClr val="accent1">
                    <a:lumMod val="20000"/>
                    <a:lumOff val="80000"/>
                  </a:schemeClr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545778" y="5495544"/>
            <a:ext cx="4495383" cy="484632"/>
          </a:xfrm>
        </p:spPr>
        <p:txBody>
          <a:bodyPr anchor="t">
            <a:noAutofit/>
          </a:bodyPr>
          <a:lstStyle>
            <a:lvl1pPr marL="0" indent="0" algn="l">
              <a:spcBef>
                <a:spcPts val="0"/>
              </a:spcBef>
              <a:buNone/>
              <a:defRPr sz="1351" cap="all" baseline="0">
                <a:solidFill>
                  <a:schemeClr val="accent4">
                    <a:lumMod val="75000"/>
                  </a:schemeClr>
                </a:solidFill>
              </a:defRPr>
            </a:lvl1pPr>
            <a:lvl2pPr marL="257228" indent="0">
              <a:buNone/>
              <a:defRPr sz="1013">
                <a:solidFill>
                  <a:schemeClr val="tx1">
                    <a:tint val="75000"/>
                  </a:schemeClr>
                </a:solidFill>
              </a:defRPr>
            </a:lvl2pPr>
            <a:lvl3pPr marL="514456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3pPr>
            <a:lvl4pPr marL="771681" indent="0">
              <a:buNone/>
              <a:defRPr sz="788">
                <a:solidFill>
                  <a:schemeClr val="tx1">
                    <a:tint val="75000"/>
                  </a:schemeClr>
                </a:solidFill>
              </a:defRPr>
            </a:lvl4pPr>
            <a:lvl5pPr marL="1028906" indent="0">
              <a:buNone/>
              <a:defRPr sz="788">
                <a:solidFill>
                  <a:schemeClr val="tx1">
                    <a:tint val="75000"/>
                  </a:schemeClr>
                </a:solidFill>
              </a:defRPr>
            </a:lvl5pPr>
            <a:lvl6pPr marL="1286133" indent="0">
              <a:buNone/>
              <a:defRPr sz="788">
                <a:solidFill>
                  <a:schemeClr val="tx1">
                    <a:tint val="75000"/>
                  </a:schemeClr>
                </a:solidFill>
              </a:defRPr>
            </a:lvl6pPr>
            <a:lvl7pPr marL="1543359" indent="0">
              <a:buNone/>
              <a:defRPr sz="788">
                <a:solidFill>
                  <a:schemeClr val="tx1">
                    <a:tint val="75000"/>
                  </a:schemeClr>
                </a:solidFill>
              </a:defRPr>
            </a:lvl7pPr>
            <a:lvl8pPr marL="1800586" indent="0">
              <a:buNone/>
              <a:defRPr sz="788">
                <a:solidFill>
                  <a:schemeClr val="tx1">
                    <a:tint val="75000"/>
                  </a:schemeClr>
                </a:solidFill>
              </a:defRPr>
            </a:lvl8pPr>
            <a:lvl9pPr marL="2057811" indent="0">
              <a:buNone/>
              <a:defRPr sz="788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37B62AAD-BDB5-5645-A722-E6A8180BB714}"/>
              </a:ext>
            </a:extLst>
          </p:cNvPr>
          <p:cNvCxnSpPr>
            <a:cxnSpLocks/>
          </p:cNvCxnSpPr>
          <p:nvPr userDrawn="1"/>
        </p:nvCxnSpPr>
        <p:spPr>
          <a:xfrm>
            <a:off x="7620399" y="6172200"/>
            <a:ext cx="4571604" cy="0"/>
          </a:xfrm>
          <a:prstGeom prst="line">
            <a:avLst/>
          </a:prstGeom>
          <a:ln w="25400">
            <a:solidFill>
              <a:schemeClr val="accent4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56448701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es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CD3C4F48-5124-C46E-5828-45F6F65E000F}"/>
              </a:ext>
            </a:extLst>
          </p:cNvPr>
          <p:cNvCxnSpPr>
            <a:cxnSpLocks/>
          </p:cNvCxnSpPr>
          <p:nvPr userDrawn="1"/>
        </p:nvCxnSpPr>
        <p:spPr>
          <a:xfrm>
            <a:off x="1" y="6400800"/>
            <a:ext cx="12192000" cy="0"/>
          </a:xfrm>
          <a:prstGeom prst="line">
            <a:avLst/>
          </a:prstGeom>
          <a:ln w="25400">
            <a:solidFill>
              <a:schemeClr val="tx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038C32FC-332A-A13C-E59A-4E60A15CBF6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9146381" y="0"/>
            <a:ext cx="2588427" cy="6858000"/>
          </a:xfrm>
          <a:solidFill>
            <a:schemeClr val="bg2"/>
          </a:solidFill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endParaRPr lang="en-US" dirty="0"/>
          </a:p>
        </p:txBody>
      </p:sp>
      <p:sp>
        <p:nvSpPr>
          <p:cNvPr id="10" name="Title 9">
            <a:extLst>
              <a:ext uri="{FF2B5EF4-FFF2-40B4-BE49-F238E27FC236}">
                <a16:creationId xmlns:a16="http://schemas.microsoft.com/office/drawing/2014/main" id="{04443289-DF01-FBD1-69E2-EFCCAF58C8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469" y="2414016"/>
            <a:ext cx="7015275" cy="3374136"/>
          </a:xfrm>
        </p:spPr>
        <p:txBody>
          <a:bodyPr/>
          <a:lstStyle>
            <a:lvl1pPr>
              <a:defRPr>
                <a:solidFill>
                  <a:schemeClr val="tx2">
                    <a:lumMod val="50000"/>
                  </a:schemeClr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363171203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and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038C32FC-332A-A13C-E59A-4E60A15CBF6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719420" y="0"/>
            <a:ext cx="4472581" cy="6858000"/>
          </a:xfrm>
          <a:solidFill>
            <a:schemeClr val="accent1"/>
          </a:solidFill>
        </p:spPr>
        <p:txBody>
          <a:bodyPr anchor="t">
            <a:noAutofit/>
          </a:bodyPr>
          <a:lstStyle>
            <a:lvl1pPr marL="0" indent="0" algn="ctr">
              <a:buNone/>
              <a:defRPr>
                <a:solidFill>
                  <a:schemeClr val="accent2">
                    <a:lumMod val="20000"/>
                    <a:lumOff val="8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1F06E6E-67F1-F80F-CD69-3BF1E814A004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>
            <a:noAutofit/>
          </a:bodyPr>
          <a:lstStyle/>
          <a:p>
            <a:r>
              <a:rPr lang="en-US" dirty="0"/>
              <a:t>CLASSICAL LITERATURE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FF208DE-A7ED-9CAA-3D46-9581676E6D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DF28FB93-0A08-4E7D-8E63-9EFA29F1E09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7DF5DDB4-0253-D5F5-A233-DC6A9A787286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40261" y="3172968"/>
            <a:ext cx="5103681" cy="2029968"/>
          </a:xfrm>
        </p:spPr>
        <p:txBody>
          <a:bodyPr>
            <a:noAutofit/>
          </a:bodyPr>
          <a:lstStyle>
            <a:lvl1pPr>
              <a:defRPr sz="900"/>
            </a:lvl1pPr>
            <a:lvl2pPr>
              <a:defRPr sz="900"/>
            </a:lvl2pPr>
            <a:lvl3pPr>
              <a:defRPr sz="900"/>
            </a:lvl3pPr>
            <a:lvl4pPr>
              <a:defRPr sz="900"/>
            </a:lvl4pPr>
            <a:lvl5pPr>
              <a:defRPr sz="9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Title 9">
            <a:extLst>
              <a:ext uri="{FF2B5EF4-FFF2-40B4-BE49-F238E27FC236}">
                <a16:creationId xmlns:a16="http://schemas.microsoft.com/office/drawing/2014/main" id="{04443289-DF01-FBD1-69E2-EFCCAF58C8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246" y="640080"/>
            <a:ext cx="6859787" cy="1700784"/>
          </a:xfrm>
        </p:spPr>
        <p:txBody>
          <a:bodyPr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20058072-A976-BB1B-E73B-039CA4102FD7}"/>
              </a:ext>
            </a:extLst>
          </p:cNvPr>
          <p:cNvCxnSpPr>
            <a:cxnSpLocks/>
          </p:cNvCxnSpPr>
          <p:nvPr userDrawn="1"/>
        </p:nvCxnSpPr>
        <p:spPr>
          <a:xfrm flipH="1">
            <a:off x="0" y="2667000"/>
            <a:ext cx="7724701" cy="0"/>
          </a:xfrm>
          <a:prstGeom prst="line">
            <a:avLst/>
          </a:prstGeom>
          <a:ln w="25400">
            <a:solidFill>
              <a:schemeClr val="tx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Content Placeholder 8">
            <a:extLst>
              <a:ext uri="{FF2B5EF4-FFF2-40B4-BE49-F238E27FC236}">
                <a16:creationId xmlns:a16="http://schemas.microsoft.com/office/drawing/2014/main" id="{A65D0A25-C9DB-7306-466C-DFD2401F85D4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8204305" y="3172968"/>
            <a:ext cx="3256112" cy="2688336"/>
          </a:xfrm>
        </p:spPr>
        <p:txBody>
          <a:bodyPr lIns="91440" tIns="0">
            <a:noAutofit/>
          </a:bodyPr>
          <a:lstStyle>
            <a:lvl1pPr marL="0" indent="0">
              <a:buNone/>
              <a:defRPr sz="1351" cap="all" baseline="0">
                <a:solidFill>
                  <a:schemeClr val="accent2">
                    <a:lumMod val="20000"/>
                    <a:lumOff val="80000"/>
                  </a:schemeClr>
                </a:solidFill>
              </a:defRPr>
            </a:lvl1pPr>
            <a:lvl2pPr marL="0" indent="0">
              <a:spcBef>
                <a:spcPts val="1013"/>
              </a:spcBef>
              <a:buNone/>
              <a:defRPr sz="900">
                <a:solidFill>
                  <a:schemeClr val="accent2">
                    <a:lumMod val="20000"/>
                    <a:lumOff val="80000"/>
                  </a:schemeClr>
                </a:solidFill>
              </a:defRPr>
            </a:lvl2pPr>
            <a:lvl3pPr>
              <a:defRPr sz="900"/>
            </a:lvl3pPr>
            <a:lvl4pPr>
              <a:defRPr sz="900"/>
            </a:lvl4pPr>
            <a:lvl5pPr>
              <a:defRPr sz="9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2423946991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3DE998D3-1DC1-ED0C-84CE-D3710A6AE4A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" y="0"/>
            <a:ext cx="12192000" cy="6858000"/>
          </a:xfrm>
          <a:custGeom>
            <a:avLst/>
            <a:gdLst>
              <a:gd name="connsiteX0" fmla="*/ 0 w 12188825"/>
              <a:gd name="connsiteY0" fmla="*/ 0 h 6858000"/>
              <a:gd name="connsiteX1" fmla="*/ 4341813 w 12188825"/>
              <a:gd name="connsiteY1" fmla="*/ 0 h 6858000"/>
              <a:gd name="connsiteX2" fmla="*/ 4341813 w 12188825"/>
              <a:gd name="connsiteY2" fmla="*/ 4745736 h 6858000"/>
              <a:gd name="connsiteX3" fmla="*/ 4369245 w 12188825"/>
              <a:gd name="connsiteY3" fmla="*/ 4745736 h 6858000"/>
              <a:gd name="connsiteX4" fmla="*/ 4369245 w 12188825"/>
              <a:gd name="connsiteY4" fmla="*/ 0 h 6858000"/>
              <a:gd name="connsiteX5" fmla="*/ 12188825 w 12188825"/>
              <a:gd name="connsiteY5" fmla="*/ 0 h 6858000"/>
              <a:gd name="connsiteX6" fmla="*/ 12188825 w 12188825"/>
              <a:gd name="connsiteY6" fmla="*/ 6858000 h 6858000"/>
              <a:gd name="connsiteX7" fmla="*/ 0 w 12188825"/>
              <a:gd name="connsiteY7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88825" h="6858000">
                <a:moveTo>
                  <a:pt x="0" y="0"/>
                </a:moveTo>
                <a:lnTo>
                  <a:pt x="4341813" y="0"/>
                </a:lnTo>
                <a:lnTo>
                  <a:pt x="4341813" y="4745736"/>
                </a:lnTo>
                <a:lnTo>
                  <a:pt x="4369245" y="4745736"/>
                </a:lnTo>
                <a:lnTo>
                  <a:pt x="4369245" y="0"/>
                </a:lnTo>
                <a:lnTo>
                  <a:pt x="12188825" y="0"/>
                </a:lnTo>
                <a:lnTo>
                  <a:pt x="12188825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/>
            </a:lvl1pPr>
          </a:lstStyle>
          <a:p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249" y="640080"/>
            <a:ext cx="3201235" cy="2084832"/>
          </a:xfrm>
        </p:spPr>
        <p:txBody>
          <a:bodyPr anchor="t">
            <a:noAutofit/>
          </a:bodyPr>
          <a:lstStyle>
            <a:lvl1pPr algn="l">
              <a:lnSpc>
                <a:spcPct val="90000"/>
              </a:lnSpc>
              <a:defRPr sz="2703" b="0" cap="none" baseline="0">
                <a:solidFill>
                  <a:schemeClr val="accent2">
                    <a:lumMod val="20000"/>
                    <a:lumOff val="8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5CAA1D0-9CC9-4F01-19B8-029FF0FF1254}"/>
              </a:ext>
            </a:extLst>
          </p:cNvPr>
          <p:cNvSpPr/>
          <p:nvPr userDrawn="1"/>
        </p:nvSpPr>
        <p:spPr>
          <a:xfrm rot="5400000">
            <a:off x="1983796" y="2359169"/>
            <a:ext cx="4745736" cy="27439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1013" dirty="0"/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35D20188-2858-4017-16C7-8D8B2EB783AC}"/>
              </a:ext>
            </a:extLst>
          </p:cNvPr>
          <p:cNvSpPr>
            <a:spLocks noGrp="1"/>
          </p:cNvSpPr>
          <p:nvPr>
            <p:ph type="body" idx="14"/>
          </p:nvPr>
        </p:nvSpPr>
        <p:spPr>
          <a:xfrm>
            <a:off x="4875037" y="850260"/>
            <a:ext cx="2277449" cy="711200"/>
          </a:xfrm>
        </p:spPr>
        <p:txBody>
          <a:bodyPr anchor="t">
            <a:no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1351" b="0" cap="all" baseline="0">
                <a:solidFill>
                  <a:schemeClr val="accent4">
                    <a:lumMod val="75000"/>
                  </a:schemeClr>
                </a:solidFill>
              </a:defRPr>
            </a:lvl1pPr>
            <a:lvl2pPr marL="257228" indent="0">
              <a:buNone/>
              <a:defRPr sz="1127" b="1"/>
            </a:lvl2pPr>
            <a:lvl3pPr marL="514456" indent="0">
              <a:buNone/>
              <a:defRPr sz="1013" b="1"/>
            </a:lvl3pPr>
            <a:lvl4pPr marL="771681" indent="0">
              <a:buNone/>
              <a:defRPr sz="900" b="1"/>
            </a:lvl4pPr>
            <a:lvl5pPr marL="1028906" indent="0">
              <a:buNone/>
              <a:defRPr sz="900" b="1"/>
            </a:lvl5pPr>
            <a:lvl6pPr marL="1286133" indent="0">
              <a:buNone/>
              <a:defRPr sz="900" b="1"/>
            </a:lvl6pPr>
            <a:lvl7pPr marL="1543359" indent="0">
              <a:buNone/>
              <a:defRPr sz="900" b="1"/>
            </a:lvl7pPr>
            <a:lvl8pPr marL="1800586" indent="0">
              <a:buNone/>
              <a:defRPr sz="900" b="1"/>
            </a:lvl8pPr>
            <a:lvl9pPr marL="2057811" indent="0">
              <a:buNone/>
              <a:defRPr sz="900" b="1"/>
            </a:lvl9pPr>
          </a:lstStyle>
          <a:p>
            <a:pPr lvl="0"/>
            <a:endParaRPr lang="en-US" dirty="0"/>
          </a:p>
        </p:txBody>
      </p:sp>
      <p:sp>
        <p:nvSpPr>
          <p:cNvPr id="10" name="Content Placeholder 3">
            <a:extLst>
              <a:ext uri="{FF2B5EF4-FFF2-40B4-BE49-F238E27FC236}">
                <a16:creationId xmlns:a16="http://schemas.microsoft.com/office/drawing/2014/main" id="{3351FF95-77DF-46F6-7673-71454E42DC1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875037" y="1380612"/>
            <a:ext cx="2277449" cy="1316736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spcBef>
                <a:spcPts val="676"/>
              </a:spcBef>
              <a:buClr>
                <a:schemeClr val="accent2">
                  <a:lumMod val="20000"/>
                  <a:lumOff val="80000"/>
                </a:schemeClr>
              </a:buClr>
              <a:defRPr sz="900">
                <a:solidFill>
                  <a:schemeClr val="accent2">
                    <a:lumMod val="20000"/>
                    <a:lumOff val="80000"/>
                  </a:schemeClr>
                </a:solidFill>
              </a:defRPr>
            </a:lvl1pPr>
            <a:lvl2pPr>
              <a:lnSpc>
                <a:spcPct val="100000"/>
              </a:lnSpc>
              <a:spcBef>
                <a:spcPts val="225"/>
              </a:spcBef>
              <a:defRPr sz="1013"/>
            </a:lvl2pPr>
            <a:lvl3pPr>
              <a:lnSpc>
                <a:spcPct val="100000"/>
              </a:lnSpc>
              <a:spcBef>
                <a:spcPts val="225"/>
              </a:spcBef>
              <a:defRPr sz="900"/>
            </a:lvl3pPr>
            <a:lvl4pPr>
              <a:lnSpc>
                <a:spcPct val="100000"/>
              </a:lnSpc>
              <a:spcBef>
                <a:spcPts val="225"/>
              </a:spcBef>
              <a:defRPr sz="788"/>
            </a:lvl4pPr>
            <a:lvl5pPr>
              <a:lnSpc>
                <a:spcPct val="100000"/>
              </a:lnSpc>
              <a:spcBef>
                <a:spcPts val="225"/>
              </a:spcBef>
              <a:defRPr sz="788"/>
            </a:lvl5pPr>
            <a:lvl6pPr>
              <a:defRPr sz="788"/>
            </a:lvl6pPr>
            <a:lvl7pPr>
              <a:defRPr sz="788"/>
            </a:lvl7pPr>
            <a:lvl8pPr>
              <a:defRPr sz="788"/>
            </a:lvl8pPr>
            <a:lvl9pPr>
              <a:defRPr sz="788"/>
            </a:lvl9pPr>
          </a:lstStyle>
          <a:p>
            <a:pPr lvl="0"/>
            <a:r>
              <a:rPr lang="en-US" dirty="0"/>
              <a:t>Click to edit Master text styles</a:t>
            </a:r>
            <a:endParaRPr dirty="0"/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D585749F-5840-3B72-40A1-A6840443086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875037" y="2807076"/>
            <a:ext cx="2277449" cy="711200"/>
          </a:xfrm>
        </p:spPr>
        <p:txBody>
          <a:bodyPr anchor="t">
            <a:no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1351" b="0" cap="all" baseline="0">
                <a:solidFill>
                  <a:schemeClr val="accent4">
                    <a:lumMod val="75000"/>
                  </a:schemeClr>
                </a:solidFill>
              </a:defRPr>
            </a:lvl1pPr>
            <a:lvl2pPr marL="257228" indent="0">
              <a:buNone/>
              <a:defRPr sz="1127" b="1"/>
            </a:lvl2pPr>
            <a:lvl3pPr marL="514456" indent="0">
              <a:buNone/>
              <a:defRPr sz="1013" b="1"/>
            </a:lvl3pPr>
            <a:lvl4pPr marL="771681" indent="0">
              <a:buNone/>
              <a:defRPr sz="900" b="1"/>
            </a:lvl4pPr>
            <a:lvl5pPr marL="1028906" indent="0">
              <a:buNone/>
              <a:defRPr sz="900" b="1"/>
            </a:lvl5pPr>
            <a:lvl6pPr marL="1286133" indent="0">
              <a:buNone/>
              <a:defRPr sz="900" b="1"/>
            </a:lvl6pPr>
            <a:lvl7pPr marL="1543359" indent="0">
              <a:buNone/>
              <a:defRPr sz="900" b="1"/>
            </a:lvl7pPr>
            <a:lvl8pPr marL="1800586" indent="0">
              <a:buNone/>
              <a:defRPr sz="900" b="1"/>
            </a:lvl8pPr>
            <a:lvl9pPr marL="2057811" indent="0">
              <a:buNone/>
              <a:defRPr sz="900" b="1"/>
            </a:lvl9pPr>
          </a:lstStyle>
          <a:p>
            <a:pPr lvl="0"/>
            <a:endParaRPr lang="en-US" dirty="0"/>
          </a:p>
        </p:txBody>
      </p:sp>
      <p:sp>
        <p:nvSpPr>
          <p:cNvPr id="12" name="Content Placeholder 5">
            <a:extLst>
              <a:ext uri="{FF2B5EF4-FFF2-40B4-BE49-F238E27FC236}">
                <a16:creationId xmlns:a16="http://schemas.microsoft.com/office/drawing/2014/main" id="{AA075B67-81C5-7714-2DF6-B942F80605C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875037" y="3291708"/>
            <a:ext cx="2277449" cy="1316736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spcBef>
                <a:spcPts val="676"/>
              </a:spcBef>
              <a:buClr>
                <a:schemeClr val="accent2">
                  <a:lumMod val="20000"/>
                  <a:lumOff val="80000"/>
                </a:schemeClr>
              </a:buClr>
              <a:defRPr sz="900">
                <a:solidFill>
                  <a:schemeClr val="accent2">
                    <a:lumMod val="20000"/>
                    <a:lumOff val="80000"/>
                  </a:schemeClr>
                </a:solidFill>
              </a:defRPr>
            </a:lvl1pPr>
            <a:lvl2pPr>
              <a:lnSpc>
                <a:spcPct val="100000"/>
              </a:lnSpc>
              <a:spcBef>
                <a:spcPts val="225"/>
              </a:spcBef>
              <a:defRPr sz="1013"/>
            </a:lvl2pPr>
            <a:lvl3pPr>
              <a:lnSpc>
                <a:spcPct val="100000"/>
              </a:lnSpc>
              <a:spcBef>
                <a:spcPts val="225"/>
              </a:spcBef>
              <a:defRPr sz="900"/>
            </a:lvl3pPr>
            <a:lvl4pPr>
              <a:lnSpc>
                <a:spcPct val="100000"/>
              </a:lnSpc>
              <a:spcBef>
                <a:spcPts val="225"/>
              </a:spcBef>
              <a:defRPr sz="788"/>
            </a:lvl4pPr>
            <a:lvl5pPr>
              <a:lnSpc>
                <a:spcPct val="100000"/>
              </a:lnSpc>
              <a:spcBef>
                <a:spcPts val="225"/>
              </a:spcBef>
              <a:defRPr sz="788"/>
            </a:lvl5pPr>
            <a:lvl6pPr>
              <a:defRPr sz="788"/>
            </a:lvl6pPr>
            <a:lvl7pPr>
              <a:defRPr sz="788"/>
            </a:lvl7pPr>
            <a:lvl8pPr>
              <a:defRPr sz="788"/>
            </a:lvl8pPr>
            <a:lvl9pPr>
              <a:defRPr sz="788"/>
            </a:lvl9pPr>
          </a:lstStyle>
          <a:p>
            <a:pPr lvl="0"/>
            <a:r>
              <a:rPr lang="en-US" dirty="0"/>
              <a:t>Click to edit Master text styles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348115326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CLASSICAL LITERATURE</a:t>
            </a:r>
            <a:endParaRPr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8839213" y="6172200"/>
            <a:ext cx="1219201" cy="304800"/>
          </a:xfrm>
          <a:prstGeom prst="rect">
            <a:avLst/>
          </a:prstGeom>
        </p:spPr>
        <p:txBody>
          <a:bodyPr/>
          <a:lstStyle/>
          <a:p>
            <a:endParaRPr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28FB93-0A08-4E7D-8E63-9EFA29F1E093}" type="slidenum">
              <a:rPr/>
              <a:pPr/>
              <a:t>‹#›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565934510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CLASSICAL LITERATURE</a:t>
            </a:r>
            <a:endParaRPr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8839213" y="6172200"/>
            <a:ext cx="1219201" cy="304800"/>
          </a:xfrm>
          <a:prstGeom prst="rect">
            <a:avLst/>
          </a:prstGeom>
        </p:spPr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28FB93-0A08-4E7D-8E63-9EFA29F1E093}" type="slidenum">
              <a:rPr/>
              <a:pPr/>
              <a:t>‹#›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21287721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 anchor="b">
            <a:normAutofit/>
          </a:bodyPr>
          <a:lstStyle>
            <a:lvl1pPr algn="l">
              <a:defRPr sz="2703" b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19214" y="1803402"/>
            <a:ext cx="6604001" cy="4267201"/>
          </a:xfrm>
        </p:spPr>
        <p:txBody>
          <a:bodyPr>
            <a:normAutofit/>
          </a:bodyPr>
          <a:lstStyle>
            <a:lvl1pPr>
              <a:defRPr sz="1351"/>
            </a:lvl1pPr>
            <a:lvl2pPr>
              <a:defRPr sz="1127"/>
            </a:lvl2pPr>
            <a:lvl3pPr>
              <a:defRPr sz="1013"/>
            </a:lvl3pPr>
            <a:lvl4pPr>
              <a:defRPr sz="900"/>
            </a:lvl4pPr>
            <a:lvl5pPr>
              <a:defRPr sz="900"/>
            </a:lvl5pPr>
            <a:lvl6pPr>
              <a:defRPr sz="900"/>
            </a:lvl6pPr>
            <a:lvl7pPr>
              <a:defRPr sz="900"/>
            </a:lvl7pPr>
            <a:lvl8pPr>
              <a:defRPr sz="900" baseline="0"/>
            </a:lvl8pPr>
            <a:lvl9pPr>
              <a:defRPr sz="900" baseline="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128013" y="1803402"/>
            <a:ext cx="2844801" cy="4267201"/>
          </a:xfrm>
        </p:spPr>
        <p:txBody>
          <a:bodyPr>
            <a:normAutofit/>
          </a:bodyPr>
          <a:lstStyle>
            <a:lvl1pPr marL="0" indent="0">
              <a:spcBef>
                <a:spcPts val="900"/>
              </a:spcBef>
              <a:buNone/>
              <a:defRPr sz="1127"/>
            </a:lvl1pPr>
            <a:lvl2pPr marL="257228" indent="0">
              <a:buNone/>
              <a:defRPr sz="676"/>
            </a:lvl2pPr>
            <a:lvl3pPr marL="514456" indent="0">
              <a:buNone/>
              <a:defRPr sz="561"/>
            </a:lvl3pPr>
            <a:lvl4pPr marL="771681" indent="0">
              <a:buNone/>
              <a:defRPr sz="507"/>
            </a:lvl4pPr>
            <a:lvl5pPr marL="1028906" indent="0">
              <a:buNone/>
              <a:defRPr sz="507"/>
            </a:lvl5pPr>
            <a:lvl6pPr marL="1286133" indent="0">
              <a:buNone/>
              <a:defRPr sz="507"/>
            </a:lvl6pPr>
            <a:lvl7pPr marL="1543359" indent="0">
              <a:buNone/>
              <a:defRPr sz="507"/>
            </a:lvl7pPr>
            <a:lvl8pPr marL="1800586" indent="0">
              <a:buNone/>
              <a:defRPr sz="507"/>
            </a:lvl8pPr>
            <a:lvl9pPr marL="2057811" indent="0">
              <a:buNone/>
              <a:defRPr sz="507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CLASSICAL LITERATURE</a:t>
            </a:r>
            <a:endParaRPr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839213" y="6172200"/>
            <a:ext cx="1219201" cy="304800"/>
          </a:xfrm>
          <a:prstGeom prst="rect">
            <a:avLst/>
          </a:prstGeom>
        </p:spPr>
        <p:txBody>
          <a:bodyPr/>
          <a:lstStyle/>
          <a:p>
            <a:endParaRPr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28FB93-0A08-4E7D-8E63-9EFA29F1E093}" type="slidenum">
              <a:rPr/>
              <a:pPr/>
              <a:t>‹#›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858646262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 anchor="b">
            <a:normAutofit/>
          </a:bodyPr>
          <a:lstStyle>
            <a:lvl1pPr algn="l">
              <a:defRPr sz="2703" b="0">
                <a:latin typeface="Book Antiqua" panose="02040602050305030304" pitchFamily="18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Rectangle 7"/>
          <p:cNvSpPr/>
          <p:nvPr/>
        </p:nvSpPr>
        <p:spPr>
          <a:xfrm>
            <a:off x="1219200" y="1803400"/>
            <a:ext cx="6604000" cy="426720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7" tIns="34293" rIns="68587" bIns="34293" rtlCol="0" anchor="ctr"/>
          <a:lstStyle/>
          <a:p>
            <a:pPr algn="ctr"/>
            <a:endParaRPr sz="1013" dirty="0"/>
          </a:p>
        </p:txBody>
      </p:sp>
      <p:sp>
        <p:nvSpPr>
          <p:cNvPr id="3" name="Picture Placeholder 2" descr="An empty placeholder to add an image. Click on the placeholder and select the image that you wish to add."/>
          <p:cNvSpPr>
            <a:spLocks noGrp="1"/>
          </p:cNvSpPr>
          <p:nvPr>
            <p:ph type="pic" idx="1"/>
          </p:nvPr>
        </p:nvSpPr>
        <p:spPr>
          <a:xfrm>
            <a:off x="1339088" y="1925320"/>
            <a:ext cx="6364224" cy="4023360"/>
          </a:xfrm>
          <a:solidFill>
            <a:schemeClr val="bg2"/>
          </a:solidFill>
        </p:spPr>
        <p:txBody>
          <a:bodyPr tIns="914400">
            <a:normAutofit/>
          </a:bodyPr>
          <a:lstStyle>
            <a:lvl1pPr marL="0" indent="0" algn="ctr">
              <a:buNone/>
              <a:defRPr sz="1351"/>
            </a:lvl1pPr>
            <a:lvl2pPr marL="257228" indent="0">
              <a:buNone/>
              <a:defRPr sz="1577"/>
            </a:lvl2pPr>
            <a:lvl3pPr marL="514456" indent="0">
              <a:buNone/>
              <a:defRPr sz="1351"/>
            </a:lvl3pPr>
            <a:lvl4pPr marL="771681" indent="0">
              <a:buNone/>
              <a:defRPr sz="1127"/>
            </a:lvl4pPr>
            <a:lvl5pPr marL="1028906" indent="0">
              <a:buNone/>
              <a:defRPr sz="1127"/>
            </a:lvl5pPr>
            <a:lvl6pPr marL="1286133" indent="0">
              <a:buNone/>
              <a:defRPr sz="1127"/>
            </a:lvl6pPr>
            <a:lvl7pPr marL="1543359" indent="0">
              <a:buNone/>
              <a:defRPr sz="1127"/>
            </a:lvl7pPr>
            <a:lvl8pPr marL="1800586" indent="0">
              <a:buNone/>
              <a:defRPr sz="1127"/>
            </a:lvl8pPr>
            <a:lvl9pPr marL="2057811" indent="0">
              <a:buNone/>
              <a:defRPr sz="1127"/>
            </a:lvl9pPr>
          </a:lstStyle>
          <a:p>
            <a:r>
              <a:rPr lang="en-US" dirty="0"/>
              <a:t>Click icon to add picture</a:t>
            </a:r>
            <a:endParaRPr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128013" y="1803401"/>
            <a:ext cx="2844801" cy="4165600"/>
          </a:xfrm>
        </p:spPr>
        <p:txBody>
          <a:bodyPr>
            <a:normAutofit/>
          </a:bodyPr>
          <a:lstStyle>
            <a:lvl1pPr marL="0" indent="0">
              <a:spcBef>
                <a:spcPts val="900"/>
              </a:spcBef>
              <a:buNone/>
              <a:defRPr sz="1351">
                <a:solidFill>
                  <a:schemeClr val="tx1">
                    <a:lumMod val="50000"/>
                  </a:schemeClr>
                </a:solidFill>
              </a:defRPr>
            </a:lvl1pPr>
            <a:lvl2pPr marL="257228" indent="0">
              <a:buNone/>
              <a:defRPr sz="676"/>
            </a:lvl2pPr>
            <a:lvl3pPr marL="514456" indent="0">
              <a:buNone/>
              <a:defRPr sz="561"/>
            </a:lvl3pPr>
            <a:lvl4pPr marL="771681" indent="0">
              <a:buNone/>
              <a:defRPr sz="507"/>
            </a:lvl4pPr>
            <a:lvl5pPr marL="1028906" indent="0">
              <a:buNone/>
              <a:defRPr sz="507"/>
            </a:lvl5pPr>
            <a:lvl6pPr marL="1286133" indent="0">
              <a:buNone/>
              <a:defRPr sz="507"/>
            </a:lvl6pPr>
            <a:lvl7pPr marL="1543359" indent="0">
              <a:buNone/>
              <a:defRPr sz="507"/>
            </a:lvl7pPr>
            <a:lvl8pPr marL="1800586" indent="0">
              <a:buNone/>
              <a:defRPr sz="507"/>
            </a:lvl8pPr>
            <a:lvl9pPr marL="2057811" indent="0">
              <a:buNone/>
              <a:defRPr sz="507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CLASSICAL LITERATURE</a:t>
            </a:r>
            <a:endParaRPr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839213" y="6172200"/>
            <a:ext cx="1219201" cy="304800"/>
          </a:xfrm>
          <a:prstGeom prst="rect">
            <a:avLst/>
          </a:prstGeom>
        </p:spPr>
        <p:txBody>
          <a:bodyPr/>
          <a:lstStyle/>
          <a:p>
            <a:endParaRPr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28FB93-0A08-4E7D-8E63-9EFA29F1E093}" type="slidenum">
              <a:rPr/>
              <a:pPr/>
              <a:t>‹#›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405057366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19201" y="431800"/>
            <a:ext cx="9753600" cy="162560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19201" y="2362200"/>
            <a:ext cx="9753600" cy="370840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11186195" y="5413240"/>
            <a:ext cx="1298448" cy="21951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r">
              <a:defRPr sz="452" cap="all" baseline="0">
                <a:solidFill>
                  <a:schemeClr val="accent2">
                    <a:lumMod val="20000"/>
                    <a:lumOff val="80000"/>
                  </a:schemeClr>
                </a:solidFill>
              </a:defRPr>
            </a:lvl1pPr>
          </a:lstStyle>
          <a:p>
            <a:r>
              <a:rPr lang="en-US" dirty="0"/>
              <a:t>CLASSICAL LITERATURE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568598" y="6245352"/>
            <a:ext cx="548783" cy="457200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 algn="ctr">
              <a:defRPr sz="1687">
                <a:solidFill>
                  <a:schemeClr val="accent2">
                    <a:lumMod val="20000"/>
                    <a:lumOff val="80000"/>
                  </a:schemeClr>
                </a:solidFill>
                <a:latin typeface="+mj-lt"/>
              </a:defRPr>
            </a:lvl1pPr>
          </a:lstStyle>
          <a:p>
            <a:fld id="{DF28FB93-0A08-4E7D-8E63-9EFA29F1E09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07221724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73" r:id="rId1"/>
    <p:sldLayoutId id="2147483766" r:id="rId2"/>
    <p:sldLayoutId id="2147483767" r:id="rId3"/>
    <p:sldLayoutId id="2147483768" r:id="rId4"/>
    <p:sldLayoutId id="2147483769" r:id="rId5"/>
    <p:sldLayoutId id="2147483759" r:id="rId6"/>
    <p:sldLayoutId id="2147483770" r:id="rId7"/>
    <p:sldLayoutId id="2147483771" r:id="rId8"/>
    <p:sldLayoutId id="2147483772" r:id="rId9"/>
    <p:sldLayoutId id="2147483774" r:id="rId10"/>
    <p:sldLayoutId id="2147483775" r:id="rId11"/>
    <p:sldLayoutId id="2147483762" r:id="rId12"/>
    <p:sldLayoutId id="2147483763" r:id="rId13"/>
    <p:sldLayoutId id="2147483764" r:id="rId14"/>
    <p:sldLayoutId id="2147483765" r:id="rId15"/>
  </p:sldLayoutIdLst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  <p:hf hdr="0" dt="0"/>
  <p:txStyles>
    <p:titleStyle>
      <a:lvl1pPr algn="l" defTabSz="514456" rtl="0" eaLnBrk="1" latinLnBrk="0" hangingPunct="1">
        <a:spcBef>
          <a:spcPct val="0"/>
        </a:spcBef>
        <a:buNone/>
        <a:defRPr sz="2703" kern="1200" cap="all" spc="57" baseline="0">
          <a:solidFill>
            <a:schemeClr val="tx1">
              <a:lumMod val="50000"/>
            </a:schemeClr>
          </a:solidFill>
          <a:latin typeface="+mj-lt"/>
          <a:ea typeface="+mj-ea"/>
          <a:cs typeface="+mj-cs"/>
        </a:defRPr>
      </a:lvl1pPr>
    </p:titleStyle>
    <p:bodyStyle>
      <a:lvl1pPr marL="138903" indent="-138903" algn="l" defTabSz="514456" rtl="0" eaLnBrk="1" latinLnBrk="0" hangingPunct="1">
        <a:lnSpc>
          <a:spcPct val="90000"/>
        </a:lnSpc>
        <a:spcBef>
          <a:spcPts val="1013"/>
        </a:spcBef>
        <a:buClr>
          <a:schemeClr val="tx1">
            <a:lumMod val="50000"/>
          </a:schemeClr>
        </a:buClr>
        <a:buFont typeface="Arial" pitchFamily="34" charset="0"/>
        <a:buChar char="•"/>
        <a:defRPr sz="1351" b="0" i="0" kern="1200">
          <a:solidFill>
            <a:schemeClr val="tx1">
              <a:lumMod val="50000"/>
            </a:schemeClr>
          </a:solidFill>
          <a:latin typeface="+mn-lt"/>
          <a:ea typeface="+mn-ea"/>
          <a:cs typeface="Gill Sans Light" panose="020B0302020104020203" pitchFamily="34" charset="-79"/>
        </a:defRPr>
      </a:lvl1pPr>
      <a:lvl2pPr marL="308672" indent="-138903" algn="l" defTabSz="514456" rtl="0" eaLnBrk="1" latinLnBrk="0" hangingPunct="1">
        <a:lnSpc>
          <a:spcPct val="90000"/>
        </a:lnSpc>
        <a:spcBef>
          <a:spcPts val="452"/>
        </a:spcBef>
        <a:buClr>
          <a:schemeClr val="tx1">
            <a:lumMod val="50000"/>
          </a:schemeClr>
        </a:buClr>
        <a:buFont typeface="Arial" pitchFamily="34" charset="0"/>
        <a:buChar char="•"/>
        <a:defRPr sz="1127" b="0" i="0" kern="1200">
          <a:solidFill>
            <a:schemeClr val="tx1">
              <a:lumMod val="50000"/>
            </a:schemeClr>
          </a:solidFill>
          <a:latin typeface="+mn-lt"/>
          <a:ea typeface="+mn-ea"/>
          <a:cs typeface="Gill Sans Light" panose="020B0302020104020203" pitchFamily="34" charset="-79"/>
        </a:defRPr>
      </a:lvl2pPr>
      <a:lvl3pPr marL="478441" indent="-138903" algn="l" defTabSz="514456" rtl="0" eaLnBrk="1" latinLnBrk="0" hangingPunct="1">
        <a:lnSpc>
          <a:spcPct val="90000"/>
        </a:lnSpc>
        <a:spcBef>
          <a:spcPts val="452"/>
        </a:spcBef>
        <a:buClr>
          <a:schemeClr val="tx1">
            <a:lumMod val="50000"/>
          </a:schemeClr>
        </a:buClr>
        <a:buFont typeface="Arial" pitchFamily="34" charset="0"/>
        <a:buChar char="•"/>
        <a:defRPr sz="1013" b="0" i="0" kern="1200">
          <a:solidFill>
            <a:schemeClr val="tx1">
              <a:lumMod val="50000"/>
            </a:schemeClr>
          </a:solidFill>
          <a:latin typeface="+mn-lt"/>
          <a:ea typeface="+mn-ea"/>
          <a:cs typeface="Gill Sans Light" panose="020B0302020104020203" pitchFamily="34" charset="-79"/>
        </a:defRPr>
      </a:lvl3pPr>
      <a:lvl4pPr marL="648212" indent="-138903" algn="l" defTabSz="514456" rtl="0" eaLnBrk="1" latinLnBrk="0" hangingPunct="1">
        <a:lnSpc>
          <a:spcPct val="90000"/>
        </a:lnSpc>
        <a:spcBef>
          <a:spcPts val="452"/>
        </a:spcBef>
        <a:buClr>
          <a:schemeClr val="tx1">
            <a:lumMod val="50000"/>
          </a:schemeClr>
        </a:buClr>
        <a:buFont typeface="Arial" pitchFamily="34" charset="0"/>
        <a:buChar char="•"/>
        <a:defRPr sz="900" b="0" i="0" kern="1200">
          <a:solidFill>
            <a:schemeClr val="tx1">
              <a:lumMod val="50000"/>
            </a:schemeClr>
          </a:solidFill>
          <a:latin typeface="+mn-lt"/>
          <a:ea typeface="+mn-ea"/>
          <a:cs typeface="Gill Sans Light" panose="020B0302020104020203" pitchFamily="34" charset="-79"/>
        </a:defRPr>
      </a:lvl4pPr>
      <a:lvl5pPr marL="817981" indent="-138903" algn="l" defTabSz="514456" rtl="0" eaLnBrk="1" latinLnBrk="0" hangingPunct="1">
        <a:lnSpc>
          <a:spcPct val="90000"/>
        </a:lnSpc>
        <a:spcBef>
          <a:spcPts val="452"/>
        </a:spcBef>
        <a:buClr>
          <a:schemeClr val="tx1">
            <a:lumMod val="50000"/>
          </a:schemeClr>
        </a:buClr>
        <a:buFont typeface="Arial" pitchFamily="34" charset="0"/>
        <a:buChar char="•"/>
        <a:defRPr sz="900" b="0" i="0" kern="1200">
          <a:solidFill>
            <a:schemeClr val="tx1">
              <a:lumMod val="50000"/>
            </a:schemeClr>
          </a:solidFill>
          <a:latin typeface="+mn-lt"/>
          <a:ea typeface="+mn-ea"/>
          <a:cs typeface="Gill Sans Light" panose="020B0302020104020203" pitchFamily="34" charset="-79"/>
        </a:defRPr>
      </a:lvl5pPr>
      <a:lvl6pPr marL="987751" indent="-138903" algn="l" defTabSz="514456" rtl="0" eaLnBrk="1" latinLnBrk="0" hangingPunct="1">
        <a:lnSpc>
          <a:spcPct val="90000"/>
        </a:lnSpc>
        <a:spcBef>
          <a:spcPts val="452"/>
        </a:spcBef>
        <a:buClr>
          <a:schemeClr val="tx1"/>
        </a:buClr>
        <a:buFont typeface="Arial" pitchFamily="34" charset="0"/>
        <a:buChar char="•"/>
        <a:defRPr sz="9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1157519" indent="-138903" algn="l" defTabSz="514456" rtl="0" eaLnBrk="1" latinLnBrk="0" hangingPunct="1">
        <a:lnSpc>
          <a:spcPct val="90000"/>
        </a:lnSpc>
        <a:spcBef>
          <a:spcPts val="452"/>
        </a:spcBef>
        <a:buClr>
          <a:schemeClr val="tx1"/>
        </a:buClr>
        <a:buFont typeface="Arial" pitchFamily="34" charset="0"/>
        <a:buChar char="•"/>
        <a:defRPr sz="9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1327288" indent="-138903" algn="l" defTabSz="514456" rtl="0" eaLnBrk="1" latinLnBrk="0" hangingPunct="1">
        <a:lnSpc>
          <a:spcPct val="90000"/>
        </a:lnSpc>
        <a:spcBef>
          <a:spcPts val="452"/>
        </a:spcBef>
        <a:buClr>
          <a:schemeClr val="tx1"/>
        </a:buClr>
        <a:buFont typeface="Arial" pitchFamily="34" charset="0"/>
        <a:buChar char="•"/>
        <a:defRPr sz="9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1497060" indent="-138903" algn="l" defTabSz="514456" rtl="0" eaLnBrk="1" latinLnBrk="0" hangingPunct="1">
        <a:lnSpc>
          <a:spcPct val="90000"/>
        </a:lnSpc>
        <a:spcBef>
          <a:spcPts val="452"/>
        </a:spcBef>
        <a:buClr>
          <a:schemeClr val="tx1"/>
        </a:buClr>
        <a:buFont typeface="Arial" pitchFamily="34" charset="0"/>
        <a:buChar char="•"/>
        <a:defRPr sz="9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514456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1pPr>
      <a:lvl2pPr marL="257228" algn="l" defTabSz="514456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2pPr>
      <a:lvl3pPr marL="514456" algn="l" defTabSz="514456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3pPr>
      <a:lvl4pPr marL="771681" algn="l" defTabSz="514456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4pPr>
      <a:lvl5pPr marL="1028906" algn="l" defTabSz="514456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5pPr>
      <a:lvl6pPr marL="1286133" algn="l" defTabSz="514456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6pPr>
      <a:lvl7pPr marL="1543359" algn="l" defTabSz="514456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7pPr>
      <a:lvl8pPr marL="1800586" algn="l" defTabSz="514456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8pPr>
      <a:lvl9pPr marL="2057811" algn="l" defTabSz="514456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4.svg"/><Relationship Id="rId7" Type="http://schemas.openxmlformats.org/officeDocument/2006/relationships/image" Target="../media/image8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7.png"/><Relationship Id="rId5" Type="http://schemas.openxmlformats.org/officeDocument/2006/relationships/image" Target="../media/image6.svg"/><Relationship Id="rId4" Type="http://schemas.openxmlformats.org/officeDocument/2006/relationships/image" Target="../media/image5.png"/><Relationship Id="rId9" Type="http://schemas.openxmlformats.org/officeDocument/2006/relationships/image" Target="../media/image10.sv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4BB6D28-2D9E-349E-3382-6C36292B71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28FB93-0A08-4E7D-8E63-9EFA29F1E093}" type="slidenum">
              <a:rPr lang="en-US" smtClean="0"/>
              <a:pPr/>
              <a:t>1</a:t>
            </a:fld>
            <a:endParaRPr lang="en-US" dirty="0"/>
          </a:p>
        </p:txBody>
      </p:sp>
      <p:pic>
        <p:nvPicPr>
          <p:cNvPr id="4" name="Image 0">
            <a:extLst>
              <a:ext uri="{FF2B5EF4-FFF2-40B4-BE49-F238E27FC236}">
                <a16:creationId xmlns:a16="http://schemas.microsoft.com/office/drawing/2014/main" id="{BE042984-1E46-49F9-D20B-BCE85F6B7CC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467" y="0"/>
            <a:ext cx="4493343" cy="6858000"/>
          </a:xfrm>
          <a:prstGeom prst="rect">
            <a:avLst/>
          </a:prstGeom>
        </p:spPr>
      </p:pic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A8D307EB-9DE6-6DCD-19BE-37772E286C28}"/>
              </a:ext>
            </a:extLst>
          </p:cNvPr>
          <p:cNvCxnSpPr>
            <a:cxnSpLocks/>
          </p:cNvCxnSpPr>
          <p:nvPr/>
        </p:nvCxnSpPr>
        <p:spPr>
          <a:xfrm>
            <a:off x="5349340" y="2784778"/>
            <a:ext cx="6927" cy="1357146"/>
          </a:xfrm>
          <a:prstGeom prst="line">
            <a:avLst/>
          </a:prstGeom>
          <a:ln>
            <a:solidFill>
              <a:srgbClr val="A987F3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F6BF6901-9A2F-811F-C91E-9AE468873363}"/>
              </a:ext>
            </a:extLst>
          </p:cNvPr>
          <p:cNvSpPr txBox="1"/>
          <p:nvPr/>
        </p:nvSpPr>
        <p:spPr>
          <a:xfrm>
            <a:off x="5503995" y="2784778"/>
            <a:ext cx="5759751" cy="14536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1463"/>
              </a:lnSpc>
            </a:pPr>
            <a:r>
              <a:rPr lang="en-US" b="1" dirty="0">
                <a:solidFill>
                  <a:srgbClr val="A987F3"/>
                </a:solidFill>
                <a:latin typeface="+mj-lt"/>
                <a:ea typeface="Cabin" pitchFamily="34" charset="-122"/>
                <a:cs typeface="Cabin" pitchFamily="34" charset="-120"/>
              </a:rPr>
              <a:t>Presented by: </a:t>
            </a:r>
          </a:p>
          <a:p>
            <a:pPr>
              <a:lnSpc>
                <a:spcPts val="1463"/>
              </a:lnSpc>
            </a:pPr>
            <a:endParaRPr lang="en-US" b="1" dirty="0">
              <a:solidFill>
                <a:schemeClr val="accent6">
                  <a:lumMod val="60000"/>
                  <a:lumOff val="40000"/>
                </a:schemeClr>
              </a:solidFill>
              <a:latin typeface="+mj-lt"/>
              <a:ea typeface="Cabin" pitchFamily="34" charset="-122"/>
              <a:cs typeface="Cabin" pitchFamily="34" charset="-120"/>
            </a:endParaRPr>
          </a:p>
          <a:p>
            <a:pPr>
              <a:lnSpc>
                <a:spcPts val="1463"/>
              </a:lnSpc>
            </a:pPr>
            <a:r>
              <a:rPr lang="en-US" dirty="0">
                <a:solidFill>
                  <a:srgbClr val="CAD6DE"/>
                </a:solidFill>
                <a:latin typeface="+mj-lt"/>
                <a:ea typeface="Cabin" pitchFamily="34" charset="-122"/>
                <a:cs typeface="Cabin" pitchFamily="34" charset="-120"/>
              </a:rPr>
              <a:t>Talha Rizwan, Muhammad Danish, </a:t>
            </a:r>
            <a:r>
              <a:rPr lang="en-US" dirty="0" err="1">
                <a:solidFill>
                  <a:srgbClr val="CAD6DE"/>
                </a:solidFill>
                <a:latin typeface="+mj-lt"/>
                <a:ea typeface="Cabin" pitchFamily="34" charset="-122"/>
                <a:cs typeface="Cabin" pitchFamily="34" charset="-120"/>
              </a:rPr>
              <a:t>Tehzeen</a:t>
            </a:r>
            <a:r>
              <a:rPr lang="en-US" dirty="0">
                <a:solidFill>
                  <a:srgbClr val="CAD6DE"/>
                </a:solidFill>
                <a:latin typeface="+mj-lt"/>
                <a:ea typeface="Cabin" pitchFamily="34" charset="-122"/>
                <a:cs typeface="Cabin" pitchFamily="34" charset="-120"/>
              </a:rPr>
              <a:t> Abbas</a:t>
            </a:r>
          </a:p>
          <a:p>
            <a:pPr>
              <a:lnSpc>
                <a:spcPts val="1463"/>
              </a:lnSpc>
            </a:pPr>
            <a:endParaRPr lang="en-US" dirty="0">
              <a:solidFill>
                <a:srgbClr val="CAD6DE"/>
              </a:solidFill>
              <a:latin typeface="+mj-lt"/>
              <a:ea typeface="Cabin" pitchFamily="34" charset="-122"/>
              <a:cs typeface="Cabin" pitchFamily="34" charset="-120"/>
            </a:endParaRPr>
          </a:p>
          <a:p>
            <a:pPr>
              <a:lnSpc>
                <a:spcPts val="1463"/>
              </a:lnSpc>
            </a:pPr>
            <a:r>
              <a:rPr lang="en-US" b="1" dirty="0">
                <a:solidFill>
                  <a:srgbClr val="A987F3"/>
                </a:solidFill>
                <a:latin typeface="+mj-lt"/>
                <a:ea typeface="Cabin" pitchFamily="34" charset="-122"/>
                <a:cs typeface="Cabin" pitchFamily="34" charset="-120"/>
              </a:rPr>
              <a:t>Supervised By:</a:t>
            </a:r>
            <a:r>
              <a:rPr lang="en-US" dirty="0">
                <a:solidFill>
                  <a:srgbClr val="A987F3"/>
                </a:solidFill>
                <a:latin typeface="+mj-lt"/>
                <a:ea typeface="Cabin" pitchFamily="34" charset="-122"/>
                <a:cs typeface="Cabin" pitchFamily="34" charset="-120"/>
              </a:rPr>
              <a:t> </a:t>
            </a:r>
          </a:p>
          <a:p>
            <a:pPr>
              <a:lnSpc>
                <a:spcPts val="1463"/>
              </a:lnSpc>
            </a:pPr>
            <a:endParaRPr lang="en-US" dirty="0">
              <a:solidFill>
                <a:schemeClr val="accent6">
                  <a:lumMod val="60000"/>
                  <a:lumOff val="40000"/>
                </a:schemeClr>
              </a:solidFill>
              <a:latin typeface="+mj-lt"/>
              <a:ea typeface="Cabin" pitchFamily="34" charset="-122"/>
              <a:cs typeface="Cabin" pitchFamily="34" charset="-120"/>
            </a:endParaRPr>
          </a:p>
          <a:p>
            <a:pPr>
              <a:lnSpc>
                <a:spcPts val="1463"/>
              </a:lnSpc>
            </a:pPr>
            <a:r>
              <a:rPr lang="en-US" dirty="0">
                <a:solidFill>
                  <a:srgbClr val="CAD6DE"/>
                </a:solidFill>
                <a:latin typeface="+mj-lt"/>
                <a:ea typeface="Cabin" pitchFamily="34" charset="-122"/>
                <a:cs typeface="Cabin" pitchFamily="34" charset="-120"/>
              </a:rPr>
              <a:t>Sir Salman Ahmed</a:t>
            </a:r>
            <a:endParaRPr lang="en-US" dirty="0">
              <a:latin typeface="+mj-lt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903FC0A-AF6E-06E8-1162-48E821BDA0D0}"/>
              </a:ext>
            </a:extLst>
          </p:cNvPr>
          <p:cNvSpPr txBox="1"/>
          <p:nvPr/>
        </p:nvSpPr>
        <p:spPr>
          <a:xfrm>
            <a:off x="5029199" y="4663516"/>
            <a:ext cx="586047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+mj-lt"/>
                <a:ea typeface="Cabin" pitchFamily="34" charset="-122"/>
                <a:cs typeface="Cabin" pitchFamily="34" charset="-120"/>
              </a:rPr>
              <a:t>Department of Computer Science</a:t>
            </a:r>
          </a:p>
          <a:p>
            <a:r>
              <a:rPr lang="en-US" sz="1600" dirty="0">
                <a:latin typeface="+mj-lt"/>
                <a:ea typeface="Cabin" pitchFamily="34" charset="-122"/>
                <a:cs typeface="Cabin" pitchFamily="34" charset="-120"/>
              </a:rPr>
              <a:t>Capital University of Science and Technology, Islamabad</a:t>
            </a:r>
            <a:endParaRPr lang="en-US" sz="1600" dirty="0">
              <a:latin typeface="+mj-lt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D619EFC-7E57-A481-7F36-D021D0102E86}"/>
              </a:ext>
            </a:extLst>
          </p:cNvPr>
          <p:cNvSpPr txBox="1"/>
          <p:nvPr/>
        </p:nvSpPr>
        <p:spPr>
          <a:xfrm>
            <a:off x="5029200" y="2218730"/>
            <a:ext cx="6858000" cy="3694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1" dirty="0">
                <a:latin typeface="+mj-lt"/>
              </a:rPr>
              <a:t>An AI-Powered Personalized Education and Learning Platform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18E7371-3A38-A5BA-66E1-CBEE74710189}"/>
              </a:ext>
            </a:extLst>
          </p:cNvPr>
          <p:cNvSpPr txBox="1"/>
          <p:nvPr/>
        </p:nvSpPr>
        <p:spPr>
          <a:xfrm>
            <a:off x="4953000" y="1297459"/>
            <a:ext cx="6211968" cy="9079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300" b="1" dirty="0">
                <a:solidFill>
                  <a:srgbClr val="A987F3"/>
                </a:solidFill>
                <a:latin typeface="+mj-lt"/>
                <a:ea typeface="Roboto" panose="02000000000000000000" pitchFamily="2" charset="0"/>
                <a:cs typeface="Roboto" panose="02000000000000000000" pitchFamily="2" charset="0"/>
              </a:rPr>
              <a:t>SKILLSPHERE</a:t>
            </a:r>
          </a:p>
        </p:txBody>
      </p:sp>
    </p:spTree>
    <p:extLst>
      <p:ext uri="{BB962C8B-B14F-4D97-AF65-F5344CB8AC3E}">
        <p14:creationId xmlns:p14="http://schemas.microsoft.com/office/powerpoint/2010/main" val="1064675636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475EB23-145E-FAC6-069A-1E00F88845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28FB93-0A08-4E7D-8E63-9EFA29F1E093}" type="slidenum">
              <a:rPr lang="en-US" sz="2000" smtClean="0">
                <a:ea typeface="Roboto" panose="02000000000000000000" pitchFamily="2" charset="0"/>
                <a:cs typeface="Roboto" panose="02000000000000000000" pitchFamily="2" charset="0"/>
              </a:rPr>
              <a:pPr/>
              <a:t>2</a:t>
            </a:fld>
            <a:endParaRPr lang="en-US" sz="2000" dirty="0"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255" name="TextBox 254">
            <a:extLst>
              <a:ext uri="{FF2B5EF4-FFF2-40B4-BE49-F238E27FC236}">
                <a16:creationId xmlns:a16="http://schemas.microsoft.com/office/drawing/2014/main" id="{5852376F-1D96-0F85-FAC3-B5AE1C8F2784}"/>
              </a:ext>
            </a:extLst>
          </p:cNvPr>
          <p:cNvSpPr txBox="1"/>
          <p:nvPr/>
        </p:nvSpPr>
        <p:spPr>
          <a:xfrm>
            <a:off x="304800" y="228600"/>
            <a:ext cx="609426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>
                <a:solidFill>
                  <a:srgbClr val="A987F3"/>
                </a:solidFill>
                <a:latin typeface="+mj-lt"/>
                <a:ea typeface="Roboto" panose="02000000000000000000" pitchFamily="2" charset="0"/>
                <a:cs typeface="Roboto" panose="02000000000000000000" pitchFamily="2" charset="0"/>
              </a:rPr>
              <a:t>Functional Requirements</a:t>
            </a:r>
          </a:p>
        </p:txBody>
      </p:sp>
      <p:graphicFrame>
        <p:nvGraphicFramePr>
          <p:cNvPr id="260" name="Table 259">
            <a:extLst>
              <a:ext uri="{FF2B5EF4-FFF2-40B4-BE49-F238E27FC236}">
                <a16:creationId xmlns:a16="http://schemas.microsoft.com/office/drawing/2014/main" id="{4559945B-3A3C-BC55-FC98-8B93D8EAA6A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18379905"/>
              </p:ext>
            </p:extLst>
          </p:nvPr>
        </p:nvGraphicFramePr>
        <p:xfrm>
          <a:off x="1066800" y="719666"/>
          <a:ext cx="9982199" cy="614172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060608">
                  <a:extLst>
                    <a:ext uri="{9D8B030D-6E8A-4147-A177-3AD203B41FA5}">
                      <a16:colId xmlns:a16="http://schemas.microsoft.com/office/drawing/2014/main" val="2058139837"/>
                    </a:ext>
                  </a:extLst>
                </a:gridCol>
                <a:gridCol w="7486651">
                  <a:extLst>
                    <a:ext uri="{9D8B030D-6E8A-4147-A177-3AD203B41FA5}">
                      <a16:colId xmlns:a16="http://schemas.microsoft.com/office/drawing/2014/main" val="104785871"/>
                    </a:ext>
                  </a:extLst>
                </a:gridCol>
                <a:gridCol w="1434940">
                  <a:extLst>
                    <a:ext uri="{9D8B030D-6E8A-4147-A177-3AD203B41FA5}">
                      <a16:colId xmlns:a16="http://schemas.microsoft.com/office/drawing/2014/main" val="305305405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600" dirty="0" err="1">
                          <a:latin typeface="+mj-lt"/>
                        </a:rPr>
                        <a:t>S.No</a:t>
                      </a:r>
                      <a:endParaRPr lang="en-US" sz="1600" dirty="0">
                        <a:latin typeface="+mj-lt"/>
                      </a:endParaRPr>
                    </a:p>
                  </a:txBody>
                  <a:tcPr>
                    <a:solidFill>
                      <a:srgbClr val="A987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+mj-lt"/>
                        </a:rPr>
                        <a:t>Functional Requirement</a:t>
                      </a:r>
                    </a:p>
                  </a:txBody>
                  <a:tcPr>
                    <a:solidFill>
                      <a:srgbClr val="A987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+mj-lt"/>
                        </a:rPr>
                        <a:t>Status</a:t>
                      </a:r>
                    </a:p>
                  </a:txBody>
                  <a:tcPr>
                    <a:solidFill>
                      <a:srgbClr val="A987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0254863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+mj-lt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+mj-lt"/>
                        </a:rPr>
                        <a:t>Super Admin creates Admins &amp; Experts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+mj-lt"/>
                        </a:rPr>
                        <a:t>Completed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3458901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+mj-lt"/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kern="1200" dirty="0">
                          <a:solidFill>
                            <a:schemeClr val="dk1"/>
                          </a:solidFill>
                          <a:latin typeface="+mj-lt"/>
                          <a:ea typeface="+mn-ea"/>
                          <a:cs typeface="+mn-cs"/>
                        </a:rPr>
                        <a:t>Super Admin Activates/deactivates Admin &amp; expert accounts</a:t>
                      </a:r>
                      <a:endParaRPr lang="en-US" sz="1600" dirty="0">
                        <a:latin typeface="+mj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51445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kern="1200" dirty="0">
                          <a:solidFill>
                            <a:schemeClr val="dk1"/>
                          </a:solidFill>
                          <a:latin typeface="+mj-lt"/>
                          <a:ea typeface="+mn-ea"/>
                          <a:cs typeface="+mn-cs"/>
                        </a:rPr>
                        <a:t>Completed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4738538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+mj-lt"/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+mj-lt"/>
                        </a:rPr>
                        <a:t>Admin and Expert Logins using verified Credentials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51445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j-lt"/>
                          <a:ea typeface="+mn-ea"/>
                          <a:cs typeface="+mn-cs"/>
                        </a:rPr>
                        <a:t>Completed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908555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+mj-lt"/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+mj-lt"/>
                        </a:rPr>
                        <a:t>Admins Creates Skill categories and courses(Admin creates a new course and adds description, level, and language. 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51445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kern="1200" dirty="0">
                          <a:solidFill>
                            <a:schemeClr val="dk1"/>
                          </a:solidFill>
                          <a:latin typeface="+mj-lt"/>
                          <a:ea typeface="+mn-ea"/>
                          <a:cs typeface="+mn-cs"/>
                        </a:rPr>
                        <a:t>Completed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35318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+mj-lt"/>
                        </a:rP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51445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kern="1200" dirty="0">
                          <a:solidFill>
                            <a:schemeClr val="dk1"/>
                          </a:solidFill>
                          <a:latin typeface="+mj-lt"/>
                          <a:ea typeface="+mn-ea"/>
                          <a:cs typeface="+mn-cs"/>
                        </a:rPr>
                        <a:t>Admins Creates Skill courses </a:t>
                      </a:r>
                      <a:r>
                        <a:rPr lang="en-US" sz="1600" dirty="0">
                          <a:latin typeface="+mj-lt"/>
                        </a:rPr>
                        <a:t>and adds description, level, and language. </a:t>
                      </a:r>
                      <a:endParaRPr lang="en-US" sz="1600" kern="1200" dirty="0">
                        <a:solidFill>
                          <a:schemeClr val="dk1"/>
                        </a:solidFill>
                        <a:latin typeface="+mj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+mj-lt"/>
                        </a:rPr>
                        <a:t>Completed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5113432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+mj-lt"/>
                        </a:rPr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51445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>
                          <a:latin typeface="+mj-lt"/>
                        </a:rPr>
                        <a:t>Admin adds topics and structured outlines. </a:t>
                      </a:r>
                      <a:endParaRPr lang="en-US" sz="1600" kern="1200" dirty="0">
                        <a:solidFill>
                          <a:schemeClr val="dk1"/>
                        </a:solidFill>
                        <a:latin typeface="+mj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51445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kern="1200" dirty="0">
                          <a:solidFill>
                            <a:schemeClr val="dk1"/>
                          </a:solidFill>
                          <a:latin typeface="+mj-lt"/>
                          <a:ea typeface="+mn-ea"/>
                          <a:cs typeface="+mn-cs"/>
                        </a:rPr>
                        <a:t>Completed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9019047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+mj-lt"/>
                        </a:rPr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51445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>
                          <a:latin typeface="+mj-lt"/>
                        </a:rPr>
                        <a:t>Admin uploads course materials</a:t>
                      </a:r>
                      <a:endParaRPr lang="en-US" sz="1600" kern="1200" dirty="0">
                        <a:solidFill>
                          <a:schemeClr val="dk1"/>
                        </a:solidFill>
                        <a:latin typeface="+mj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51445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j-lt"/>
                          <a:ea typeface="+mn-ea"/>
                          <a:cs typeface="+mn-cs"/>
                        </a:rPr>
                        <a:t>Completed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993125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+mj-lt"/>
                        </a:rPr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+mj-lt"/>
                        </a:rPr>
                        <a:t>Admin submits course to AI for lecture generation.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51445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kern="1200" dirty="0">
                          <a:solidFill>
                            <a:schemeClr val="dk1"/>
                          </a:solidFill>
                          <a:latin typeface="+mj-lt"/>
                          <a:ea typeface="+mn-ea"/>
                          <a:cs typeface="+mn-cs"/>
                        </a:rPr>
                        <a:t>Pending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5911083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+mj-lt"/>
                        </a:rPr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+mj-lt"/>
                        </a:rPr>
                        <a:t>Admin publish/unpublish courses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+mj-lt"/>
                        </a:rPr>
                        <a:t>Completed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5859178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+mj-lt"/>
                        </a:rPr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51445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>
                          <a:latin typeface="+mj-lt"/>
                        </a:rPr>
                        <a:t>Admin reviews and publishes the AI-generated course.</a:t>
                      </a:r>
                      <a:endParaRPr lang="en-US" sz="1600" kern="1200" dirty="0">
                        <a:solidFill>
                          <a:schemeClr val="dk1"/>
                        </a:solidFill>
                        <a:latin typeface="+mj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51445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kern="1200" dirty="0">
                          <a:solidFill>
                            <a:schemeClr val="dk1"/>
                          </a:solidFill>
                          <a:latin typeface="+mj-lt"/>
                          <a:ea typeface="+mn-ea"/>
                          <a:cs typeface="+mn-cs"/>
                        </a:rPr>
                        <a:t>Pending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1793763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+mj-lt"/>
                        </a:rPr>
                        <a:t>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51445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>
                          <a:latin typeface="+mj-lt"/>
                        </a:rPr>
                        <a:t>Admin updates or deletes an existing course. </a:t>
                      </a:r>
                      <a:endParaRPr lang="en-US" sz="1600" kern="1200" dirty="0">
                        <a:solidFill>
                          <a:schemeClr val="dk1"/>
                        </a:solidFill>
                        <a:latin typeface="+mj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51445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j-lt"/>
                          <a:ea typeface="+mn-ea"/>
                          <a:cs typeface="+mn-cs"/>
                        </a:rPr>
                        <a:t>Completed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85172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+mj-lt"/>
                        </a:rPr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51445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kern="1200" dirty="0">
                          <a:solidFill>
                            <a:schemeClr val="dk1"/>
                          </a:solidFill>
                          <a:latin typeface="+mj-lt"/>
                          <a:ea typeface="+mn-ea"/>
                          <a:cs typeface="+mn-cs"/>
                        </a:rPr>
                        <a:t>Expert review and provide Feedback of Courses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51445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kern="1200" dirty="0">
                          <a:solidFill>
                            <a:schemeClr val="dk1"/>
                          </a:solidFill>
                          <a:latin typeface="+mj-lt"/>
                          <a:ea typeface="+mn-ea"/>
                          <a:cs typeface="+mn-cs"/>
                        </a:rPr>
                        <a:t>Completed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0918260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+mj-lt"/>
                        </a:rPr>
                        <a:t>13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51445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>
                          <a:latin typeface="+mj-lt"/>
                        </a:rPr>
                        <a:t>Student signs up using email, password, and personal details</a:t>
                      </a:r>
                      <a:endParaRPr lang="en-US" sz="1600" kern="1200" dirty="0">
                        <a:solidFill>
                          <a:schemeClr val="dk1"/>
                        </a:solidFill>
                        <a:latin typeface="+mj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51445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kern="1200" dirty="0">
                          <a:solidFill>
                            <a:schemeClr val="dk1"/>
                          </a:solidFill>
                          <a:latin typeface="+mj-lt"/>
                          <a:ea typeface="+mn-ea"/>
                          <a:cs typeface="+mn-cs"/>
                        </a:rPr>
                        <a:t>Completed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300107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+mj-lt"/>
                        </a:rPr>
                        <a:t>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+mj-lt"/>
                        </a:rPr>
                        <a:t>Student verifies email using OTP.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51445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j-lt"/>
                          <a:ea typeface="+mn-ea"/>
                          <a:cs typeface="+mn-cs"/>
                        </a:rPr>
                        <a:t>Completed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0124501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+mj-lt"/>
                        </a:rPr>
                        <a:t>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+mj-lt"/>
                        </a:rPr>
                        <a:t>Student logs in using verified email and password.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51445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kern="1200" dirty="0">
                          <a:solidFill>
                            <a:schemeClr val="dk1"/>
                          </a:solidFill>
                          <a:latin typeface="+mj-lt"/>
                          <a:ea typeface="+mn-ea"/>
                          <a:cs typeface="+mn-cs"/>
                        </a:rPr>
                        <a:t>Completed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1050255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66116431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2355B6-1560-B5A8-4BFF-8D444D3A51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4AD2C8E-1930-4349-32ED-294B3E72FF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16198" y="6079406"/>
            <a:ext cx="548783" cy="457200"/>
          </a:xfrm>
        </p:spPr>
        <p:txBody>
          <a:bodyPr/>
          <a:lstStyle/>
          <a:p>
            <a:fld id="{DF28FB93-0A08-4E7D-8E63-9EFA29F1E093}" type="slidenum">
              <a:rPr lang="en-US" sz="2000" smtClean="0">
                <a:ea typeface="Roboto" panose="02000000000000000000" pitchFamily="2" charset="0"/>
                <a:cs typeface="Roboto" panose="02000000000000000000" pitchFamily="2" charset="0"/>
              </a:rPr>
              <a:pPr/>
              <a:t>3</a:t>
            </a:fld>
            <a:endParaRPr lang="en-US" sz="2000" dirty="0"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graphicFrame>
        <p:nvGraphicFramePr>
          <p:cNvPr id="260" name="Table 259">
            <a:extLst>
              <a:ext uri="{FF2B5EF4-FFF2-40B4-BE49-F238E27FC236}">
                <a16:creationId xmlns:a16="http://schemas.microsoft.com/office/drawing/2014/main" id="{4254C89C-F79A-04E8-64DA-EA58854276D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18218392"/>
              </p:ext>
            </p:extLst>
          </p:nvPr>
        </p:nvGraphicFramePr>
        <p:xfrm>
          <a:off x="914400" y="553720"/>
          <a:ext cx="9982199" cy="630428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060608">
                  <a:extLst>
                    <a:ext uri="{9D8B030D-6E8A-4147-A177-3AD203B41FA5}">
                      <a16:colId xmlns:a16="http://schemas.microsoft.com/office/drawing/2014/main" val="2058139837"/>
                    </a:ext>
                  </a:extLst>
                </a:gridCol>
                <a:gridCol w="7486651">
                  <a:extLst>
                    <a:ext uri="{9D8B030D-6E8A-4147-A177-3AD203B41FA5}">
                      <a16:colId xmlns:a16="http://schemas.microsoft.com/office/drawing/2014/main" val="104785871"/>
                    </a:ext>
                  </a:extLst>
                </a:gridCol>
                <a:gridCol w="1434940">
                  <a:extLst>
                    <a:ext uri="{9D8B030D-6E8A-4147-A177-3AD203B41FA5}">
                      <a16:colId xmlns:a16="http://schemas.microsoft.com/office/drawing/2014/main" val="305305405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600" dirty="0" err="1">
                          <a:latin typeface="+mj-lt"/>
                        </a:rPr>
                        <a:t>S.No</a:t>
                      </a:r>
                      <a:endParaRPr lang="en-US" sz="1600" dirty="0">
                        <a:latin typeface="+mj-lt"/>
                      </a:endParaRPr>
                    </a:p>
                  </a:txBody>
                  <a:tcPr>
                    <a:solidFill>
                      <a:srgbClr val="A987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+mj-lt"/>
                        </a:rPr>
                        <a:t>Functional Requirement</a:t>
                      </a:r>
                    </a:p>
                  </a:txBody>
                  <a:tcPr>
                    <a:solidFill>
                      <a:srgbClr val="A987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+mj-lt"/>
                        </a:rPr>
                        <a:t>Status</a:t>
                      </a:r>
                    </a:p>
                  </a:txBody>
                  <a:tcPr>
                    <a:solidFill>
                      <a:srgbClr val="A987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0254863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+mj-lt"/>
                        </a:rPr>
                        <a:t>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+mj-lt"/>
                        </a:rPr>
                        <a:t>Admin Activates/Deactivates Students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+mj-lt"/>
                        </a:rPr>
                        <a:t>Completed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3458901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+mj-lt"/>
                        </a:rPr>
                        <a:t>17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+mj-lt"/>
                        </a:rPr>
                        <a:t>Student browses available skill categories.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+mj-lt"/>
                        </a:rPr>
                        <a:t>Completed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4738538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+mj-lt"/>
                        </a:rPr>
                        <a:t>18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+mj-lt"/>
                        </a:rPr>
                        <a:t>Student selects a skill and views all published courses under it.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51445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kern="1200" dirty="0">
                          <a:solidFill>
                            <a:schemeClr val="dk1"/>
                          </a:solidFill>
                          <a:latin typeface="+mj-lt"/>
                          <a:ea typeface="+mn-ea"/>
                          <a:cs typeface="+mn-cs"/>
                        </a:rPr>
                        <a:t>Completed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908555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+mj-lt"/>
                        </a:rPr>
                        <a:t>19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+mj-lt"/>
                        </a:rPr>
                        <a:t>Student views the course outline (locked/unlocked topics).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51445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j-lt"/>
                          <a:ea typeface="+mn-ea"/>
                          <a:cs typeface="+mn-cs"/>
                        </a:rPr>
                        <a:t>Completed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35318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+mj-lt"/>
                        </a:rPr>
                        <a:t>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+mj-lt"/>
                        </a:rPr>
                        <a:t>Student starts the first unlocked topic.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51445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kern="1200" dirty="0">
                          <a:solidFill>
                            <a:schemeClr val="dk1"/>
                          </a:solidFill>
                          <a:latin typeface="+mj-lt"/>
                          <a:ea typeface="+mn-ea"/>
                          <a:cs typeface="+mn-cs"/>
                        </a:rPr>
                        <a:t>Completed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5113432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+mj-lt"/>
                        </a:rPr>
                        <a:t>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51445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>
                          <a:latin typeface="+mj-lt"/>
                        </a:rPr>
                        <a:t>Student interacts with the AI tutor using voice/text-based questions. </a:t>
                      </a:r>
                      <a:endParaRPr lang="en-US" sz="1600" kern="1200" dirty="0">
                        <a:solidFill>
                          <a:schemeClr val="dk1"/>
                        </a:solidFill>
                        <a:latin typeface="+mj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51445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kern="1200" dirty="0">
                          <a:solidFill>
                            <a:schemeClr val="dk1"/>
                          </a:solidFill>
                          <a:latin typeface="+mj-lt"/>
                          <a:ea typeface="+mn-ea"/>
                          <a:cs typeface="+mn-cs"/>
                        </a:rPr>
                        <a:t>Pending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9019047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+mj-lt"/>
                        </a:rPr>
                        <a:t>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51445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>
                          <a:latin typeface="+mj-lt"/>
                        </a:rPr>
                        <a:t>AI pauses the lecture, answers the question, and resumes automatically. </a:t>
                      </a:r>
                      <a:endParaRPr lang="en-US" sz="1600" kern="1200" dirty="0">
                        <a:solidFill>
                          <a:schemeClr val="dk1"/>
                        </a:solidFill>
                        <a:latin typeface="+mj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51445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kern="1200" dirty="0">
                          <a:solidFill>
                            <a:schemeClr val="dk1"/>
                          </a:solidFill>
                          <a:latin typeface="+mj-lt"/>
                          <a:ea typeface="+mn-ea"/>
                          <a:cs typeface="+mn-cs"/>
                        </a:rPr>
                        <a:t>Pending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993125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+mj-lt"/>
                        </a:rPr>
                        <a:t>23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51445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>
                          <a:latin typeface="+mj-lt"/>
                        </a:rPr>
                        <a:t>Student attempts AI-generated quizzes (MCQs).</a:t>
                      </a:r>
                      <a:endParaRPr lang="en-US" sz="1600" kern="1200" dirty="0">
                        <a:solidFill>
                          <a:schemeClr val="dk1"/>
                        </a:solidFill>
                        <a:latin typeface="+mj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51445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kern="1200" dirty="0">
                          <a:solidFill>
                            <a:schemeClr val="dk1"/>
                          </a:solidFill>
                          <a:latin typeface="+mj-lt"/>
                          <a:ea typeface="+mn-ea"/>
                          <a:cs typeface="+mn-cs"/>
                        </a:rPr>
                        <a:t>Pending</a:t>
                      </a:r>
                      <a:endParaRPr kumimoji="0" lang="en-US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j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5911083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+mj-lt"/>
                        </a:rPr>
                        <a:t>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+mj-lt"/>
                        </a:rPr>
                        <a:t>Student views quiz results and AI-generated feedback.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51445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kern="1200" dirty="0">
                          <a:solidFill>
                            <a:schemeClr val="dk1"/>
                          </a:solidFill>
                          <a:latin typeface="+mj-lt"/>
                          <a:ea typeface="+mn-ea"/>
                          <a:cs typeface="+mn-cs"/>
                        </a:rPr>
                        <a:t>Pending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5859178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+mj-lt"/>
                        </a:rPr>
                        <a:t>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+mj-lt"/>
                        </a:rPr>
                        <a:t>Student downloads AI-generated flashcards after payment.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kern="1200" dirty="0">
                          <a:solidFill>
                            <a:schemeClr val="dk1"/>
                          </a:solidFill>
                          <a:latin typeface="+mj-lt"/>
                          <a:ea typeface="+mn-ea"/>
                          <a:cs typeface="+mn-cs"/>
                        </a:rPr>
                        <a:t>Pending</a:t>
                      </a:r>
                      <a:endParaRPr lang="en-US" sz="1600" dirty="0">
                        <a:latin typeface="+mj-lt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1793763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+mj-lt"/>
                        </a:rPr>
                        <a:t>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51445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>
                          <a:latin typeface="+mj-lt"/>
                        </a:rPr>
                        <a:t>Student pays for the certificate through a secure payment method. </a:t>
                      </a:r>
                      <a:endParaRPr lang="en-US" sz="1600" kern="1200" dirty="0">
                        <a:solidFill>
                          <a:schemeClr val="dk1"/>
                        </a:solidFill>
                        <a:latin typeface="+mj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51445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kern="1200" dirty="0">
                          <a:solidFill>
                            <a:schemeClr val="dk1"/>
                          </a:solidFill>
                          <a:latin typeface="+mj-lt"/>
                          <a:ea typeface="+mn-ea"/>
                          <a:cs typeface="+mn-cs"/>
                        </a:rPr>
                        <a:t>Pending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85172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+mj-lt"/>
                        </a:rPr>
                        <a:t>27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+mj-lt"/>
                        </a:rPr>
                        <a:t>Student downloads AI-generated flashcards after payment.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51445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kern="1200" dirty="0">
                          <a:solidFill>
                            <a:schemeClr val="dk1"/>
                          </a:solidFill>
                          <a:latin typeface="+mj-lt"/>
                          <a:ea typeface="+mn-ea"/>
                          <a:cs typeface="+mn-cs"/>
                        </a:rPr>
                        <a:t>Pending</a:t>
                      </a:r>
                      <a:endParaRPr kumimoji="0" lang="en-US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j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0918260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+mj-lt"/>
                        </a:rPr>
                        <a:t>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51445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>
                          <a:latin typeface="+mj-lt"/>
                        </a:rPr>
                        <a:t>Student views overall course progress in the dashboard. </a:t>
                      </a:r>
                      <a:endParaRPr lang="en-US" sz="1600" kern="1200" dirty="0">
                        <a:solidFill>
                          <a:schemeClr val="dk1"/>
                        </a:solidFill>
                        <a:latin typeface="+mj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+mj-lt"/>
                        </a:rPr>
                        <a:t>Completed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300107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+mj-lt"/>
                        </a:rPr>
                        <a:t>29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51445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>
                          <a:latin typeface="+mj-lt"/>
                        </a:rPr>
                        <a:t>Student receives the certificate in downloadable PDF format. </a:t>
                      </a:r>
                      <a:endParaRPr lang="en-US" sz="1600" kern="1200" dirty="0">
                        <a:solidFill>
                          <a:schemeClr val="dk1"/>
                        </a:solidFill>
                        <a:latin typeface="+mj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51445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kern="1200" dirty="0">
                          <a:solidFill>
                            <a:schemeClr val="dk1"/>
                          </a:solidFill>
                          <a:latin typeface="+mj-lt"/>
                          <a:ea typeface="+mn-ea"/>
                          <a:cs typeface="+mn-cs"/>
                        </a:rPr>
                        <a:t>Completed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0124501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+mj-lt"/>
                        </a:rPr>
                        <a:t>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+mj-lt"/>
                        </a:rPr>
                        <a:t>Student enters AI Assistant mode to ask additional open-ended questions.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51445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j-lt"/>
                          <a:ea typeface="+mn-ea"/>
                          <a:cs typeface="+mn-cs"/>
                        </a:rPr>
                        <a:t>Completed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1050255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+mj-lt"/>
                        </a:rPr>
                        <a:t>31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+mj-lt"/>
                        </a:rPr>
                        <a:t>Admins, Experts and Students Receive Emails.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51445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kern="1200" dirty="0">
                          <a:solidFill>
                            <a:schemeClr val="dk1"/>
                          </a:solidFill>
                          <a:latin typeface="+mj-lt"/>
                          <a:ea typeface="+mn-ea"/>
                          <a:cs typeface="+mn-cs"/>
                        </a:rPr>
                        <a:t>Completed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2736834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41591519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Shape 17">
            <a:extLst>
              <a:ext uri="{FF2B5EF4-FFF2-40B4-BE49-F238E27FC236}">
                <a16:creationId xmlns:a16="http://schemas.microsoft.com/office/drawing/2014/main" id="{081D6461-BF04-5903-4C17-FE70B2A5E3B4}"/>
              </a:ext>
            </a:extLst>
          </p:cNvPr>
          <p:cNvSpPr/>
          <p:nvPr/>
        </p:nvSpPr>
        <p:spPr>
          <a:xfrm>
            <a:off x="7037384" y="2706570"/>
            <a:ext cx="4966357" cy="1827212"/>
          </a:xfrm>
          <a:prstGeom prst="roundRect">
            <a:avLst>
              <a:gd name="adj" fmla="val 4925"/>
            </a:avLst>
          </a:prstGeom>
          <a:solidFill>
            <a:schemeClr val="bg2">
              <a:lumMod val="50000"/>
            </a:schemeClr>
          </a:solidFill>
          <a:ln>
            <a:solidFill>
              <a:srgbClr val="A987F3"/>
            </a:solidFill>
          </a:ln>
        </p:spPr>
      </p:sp>
      <p:sp>
        <p:nvSpPr>
          <p:cNvPr id="83" name="Shape 13">
            <a:extLst>
              <a:ext uri="{FF2B5EF4-FFF2-40B4-BE49-F238E27FC236}">
                <a16:creationId xmlns:a16="http://schemas.microsoft.com/office/drawing/2014/main" id="{AC6FBC5F-AEA5-134B-9B82-C67D0AB3F655}"/>
              </a:ext>
            </a:extLst>
          </p:cNvPr>
          <p:cNvSpPr/>
          <p:nvPr/>
        </p:nvSpPr>
        <p:spPr>
          <a:xfrm>
            <a:off x="7037384" y="2674384"/>
            <a:ext cx="4888326" cy="51161"/>
          </a:xfrm>
          <a:prstGeom prst="roundRect">
            <a:avLst>
              <a:gd name="adj" fmla="val 30924"/>
            </a:avLst>
          </a:prstGeom>
          <a:solidFill>
            <a:srgbClr val="A987F3"/>
          </a:solidFill>
          <a:ln>
            <a:solidFill>
              <a:srgbClr val="A987F3"/>
            </a:solidFill>
          </a:ln>
        </p:spPr>
      </p:sp>
      <p:sp>
        <p:nvSpPr>
          <p:cNvPr id="36" name="Slide Number Placeholder 2">
            <a:extLst>
              <a:ext uri="{FF2B5EF4-FFF2-40B4-BE49-F238E27FC236}">
                <a16:creationId xmlns:a16="http://schemas.microsoft.com/office/drawing/2014/main" id="{66ABF93C-8E5D-910D-2CEF-0FCE85C34DBA}"/>
              </a:ext>
            </a:extLst>
          </p:cNvPr>
          <p:cNvSpPr txBox="1">
            <a:spLocks/>
          </p:cNvSpPr>
          <p:nvPr/>
        </p:nvSpPr>
        <p:spPr>
          <a:xfrm>
            <a:off x="4619" y="6294366"/>
            <a:ext cx="548783" cy="457200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defPPr>
              <a:defRPr lang="en-US"/>
            </a:defPPr>
            <a:lvl1pPr marL="0" algn="ctr" defTabSz="914400" rtl="0" eaLnBrk="1" latinLnBrk="0" hangingPunct="1">
              <a:defRPr sz="1687" kern="1200">
                <a:solidFill>
                  <a:schemeClr val="accent2">
                    <a:lumMod val="20000"/>
                    <a:lumOff val="80000"/>
                  </a:schemeClr>
                </a:solidFill>
                <a:latin typeface="+mj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F28FB93-0A08-4E7D-8E63-9EFA29F1E093}" type="slidenum">
              <a:rPr lang="en-US" smtClean="0">
                <a:solidFill>
                  <a:schemeClr val="tx1"/>
                </a:solidFill>
                <a:ea typeface="Roboto" panose="02000000000000000000" pitchFamily="2" charset="0"/>
                <a:cs typeface="Roboto" panose="02000000000000000000" pitchFamily="2" charset="0"/>
              </a:rPr>
              <a:pPr/>
              <a:t>4</a:t>
            </a:fld>
            <a:endParaRPr lang="en-US" dirty="0">
              <a:solidFill>
                <a:schemeClr val="tx1"/>
              </a:solidFill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37" name="Text 0">
            <a:extLst>
              <a:ext uri="{FF2B5EF4-FFF2-40B4-BE49-F238E27FC236}">
                <a16:creationId xmlns:a16="http://schemas.microsoft.com/office/drawing/2014/main" id="{9E743031-B5AE-2018-8B78-8376DE38A379}"/>
              </a:ext>
            </a:extLst>
          </p:cNvPr>
          <p:cNvSpPr/>
          <p:nvPr/>
        </p:nvSpPr>
        <p:spPr>
          <a:xfrm>
            <a:off x="854772" y="227902"/>
            <a:ext cx="8477131" cy="3326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588"/>
              </a:lnSpc>
            </a:pPr>
            <a:r>
              <a:rPr lang="en-US" sz="3200" b="1" dirty="0">
                <a:solidFill>
                  <a:srgbClr val="A987F3"/>
                </a:solidFill>
                <a:latin typeface="+mj-lt"/>
                <a:ea typeface="Unbounded" pitchFamily="34" charset="-122"/>
                <a:cs typeface="Unbounded" pitchFamily="34" charset="-120"/>
              </a:rPr>
              <a:t>Workflow</a:t>
            </a:r>
            <a:endParaRPr lang="en-US" sz="3200" b="1" dirty="0">
              <a:solidFill>
                <a:srgbClr val="A987F3"/>
              </a:solidFill>
              <a:latin typeface="+mj-lt"/>
            </a:endParaRPr>
          </a:p>
        </p:txBody>
      </p:sp>
      <p:sp>
        <p:nvSpPr>
          <p:cNvPr id="39" name="Shape 2">
            <a:extLst>
              <a:ext uri="{FF2B5EF4-FFF2-40B4-BE49-F238E27FC236}">
                <a16:creationId xmlns:a16="http://schemas.microsoft.com/office/drawing/2014/main" id="{F8F159CB-AA42-F60D-A2D1-504071D11027}"/>
              </a:ext>
            </a:extLst>
          </p:cNvPr>
          <p:cNvSpPr/>
          <p:nvPr/>
        </p:nvSpPr>
        <p:spPr>
          <a:xfrm>
            <a:off x="3680160" y="2703845"/>
            <a:ext cx="3144500" cy="1827212"/>
          </a:xfrm>
          <a:prstGeom prst="roundRect">
            <a:avLst>
              <a:gd name="adj" fmla="val 4867"/>
            </a:avLst>
          </a:prstGeom>
          <a:solidFill>
            <a:schemeClr val="bg2">
              <a:lumMod val="50000"/>
            </a:schemeClr>
          </a:solidFill>
          <a:ln>
            <a:solidFill>
              <a:srgbClr val="A987F3"/>
            </a:solidFill>
          </a:ln>
        </p:spPr>
      </p:sp>
      <p:sp>
        <p:nvSpPr>
          <p:cNvPr id="40" name="Shape 3">
            <a:extLst>
              <a:ext uri="{FF2B5EF4-FFF2-40B4-BE49-F238E27FC236}">
                <a16:creationId xmlns:a16="http://schemas.microsoft.com/office/drawing/2014/main" id="{3D1976DF-D506-1548-3C7E-E7068FDF4E43}"/>
              </a:ext>
            </a:extLst>
          </p:cNvPr>
          <p:cNvSpPr/>
          <p:nvPr/>
        </p:nvSpPr>
        <p:spPr>
          <a:xfrm>
            <a:off x="3680160" y="2686699"/>
            <a:ext cx="3144500" cy="68580"/>
          </a:xfrm>
          <a:prstGeom prst="roundRect">
            <a:avLst>
              <a:gd name="adj" fmla="val 30924"/>
            </a:avLst>
          </a:prstGeom>
          <a:solidFill>
            <a:srgbClr val="A987F3"/>
          </a:solidFill>
          <a:ln>
            <a:solidFill>
              <a:srgbClr val="A987F3"/>
            </a:solidFill>
          </a:ln>
        </p:spPr>
      </p:sp>
      <p:sp>
        <p:nvSpPr>
          <p:cNvPr id="41" name="Shape 4">
            <a:extLst>
              <a:ext uri="{FF2B5EF4-FFF2-40B4-BE49-F238E27FC236}">
                <a16:creationId xmlns:a16="http://schemas.microsoft.com/office/drawing/2014/main" id="{97BB42A4-0E09-042C-C178-0C1B17F82C56}"/>
              </a:ext>
            </a:extLst>
          </p:cNvPr>
          <p:cNvSpPr/>
          <p:nvPr/>
        </p:nvSpPr>
        <p:spPr>
          <a:xfrm>
            <a:off x="5040369" y="2491855"/>
            <a:ext cx="424071" cy="424071"/>
          </a:xfrm>
          <a:prstGeom prst="roundRect">
            <a:avLst>
              <a:gd name="adj" fmla="val 161718"/>
            </a:avLst>
          </a:prstGeom>
          <a:solidFill>
            <a:srgbClr val="A987F3"/>
          </a:solidFill>
          <a:ln>
            <a:solidFill>
              <a:srgbClr val="A987F3"/>
            </a:solidFill>
          </a:ln>
        </p:spPr>
        <p:txBody>
          <a:bodyPr/>
          <a:lstStyle/>
          <a:p>
            <a:r>
              <a:rPr lang="en-US" dirty="0">
                <a:latin typeface="+mj-lt"/>
                <a:ea typeface="Roboto" panose="02000000000000000000" pitchFamily="2" charset="0"/>
                <a:cs typeface="Roboto" panose="02000000000000000000" pitchFamily="2" charset="0"/>
              </a:rPr>
              <a:t>5</a:t>
            </a:r>
          </a:p>
        </p:txBody>
      </p:sp>
      <p:sp>
        <p:nvSpPr>
          <p:cNvPr id="45" name="Shape 7">
            <a:extLst>
              <a:ext uri="{FF2B5EF4-FFF2-40B4-BE49-F238E27FC236}">
                <a16:creationId xmlns:a16="http://schemas.microsoft.com/office/drawing/2014/main" id="{ABC60028-9D1E-72ED-A076-11DCBF4B5300}"/>
              </a:ext>
            </a:extLst>
          </p:cNvPr>
          <p:cNvSpPr/>
          <p:nvPr/>
        </p:nvSpPr>
        <p:spPr>
          <a:xfrm>
            <a:off x="4976070" y="772522"/>
            <a:ext cx="3705835" cy="1656831"/>
          </a:xfrm>
          <a:prstGeom prst="roundRect">
            <a:avLst>
              <a:gd name="adj" fmla="val 4867"/>
            </a:avLst>
          </a:prstGeom>
          <a:solidFill>
            <a:schemeClr val="bg2">
              <a:lumMod val="50000"/>
            </a:schemeClr>
          </a:solidFill>
          <a:ln>
            <a:solidFill>
              <a:srgbClr val="A987F3"/>
            </a:solidFill>
          </a:ln>
        </p:spPr>
      </p:sp>
      <p:sp>
        <p:nvSpPr>
          <p:cNvPr id="46" name="Shape 8">
            <a:extLst>
              <a:ext uri="{FF2B5EF4-FFF2-40B4-BE49-F238E27FC236}">
                <a16:creationId xmlns:a16="http://schemas.microsoft.com/office/drawing/2014/main" id="{A5E0EFAE-3B77-8152-9A40-FFA92E34E623}"/>
              </a:ext>
            </a:extLst>
          </p:cNvPr>
          <p:cNvSpPr/>
          <p:nvPr/>
        </p:nvSpPr>
        <p:spPr>
          <a:xfrm>
            <a:off x="5002684" y="778236"/>
            <a:ext cx="3675756" cy="45719"/>
          </a:xfrm>
          <a:prstGeom prst="roundRect">
            <a:avLst>
              <a:gd name="adj" fmla="val 30924"/>
            </a:avLst>
          </a:prstGeom>
          <a:solidFill>
            <a:srgbClr val="A987F3"/>
          </a:solidFill>
          <a:ln>
            <a:solidFill>
              <a:srgbClr val="A987F3"/>
            </a:solidFill>
          </a:ln>
        </p:spPr>
      </p:sp>
      <p:sp>
        <p:nvSpPr>
          <p:cNvPr id="47" name="Shape 9">
            <a:extLst>
              <a:ext uri="{FF2B5EF4-FFF2-40B4-BE49-F238E27FC236}">
                <a16:creationId xmlns:a16="http://schemas.microsoft.com/office/drawing/2014/main" id="{13E60046-DE56-1428-1C37-9BC24F775BC4}"/>
              </a:ext>
            </a:extLst>
          </p:cNvPr>
          <p:cNvSpPr/>
          <p:nvPr/>
        </p:nvSpPr>
        <p:spPr>
          <a:xfrm>
            <a:off x="6715161" y="545517"/>
            <a:ext cx="424071" cy="424071"/>
          </a:xfrm>
          <a:prstGeom prst="roundRect">
            <a:avLst>
              <a:gd name="adj" fmla="val 161718"/>
            </a:avLst>
          </a:prstGeom>
          <a:solidFill>
            <a:srgbClr val="A987F3"/>
          </a:solidFill>
          <a:ln>
            <a:solidFill>
              <a:srgbClr val="A987F3"/>
            </a:solidFill>
          </a:ln>
        </p:spPr>
        <p:txBody>
          <a:bodyPr/>
          <a:lstStyle/>
          <a:p>
            <a:r>
              <a:rPr lang="en-US" dirty="0">
                <a:latin typeface="+mj-lt"/>
                <a:ea typeface="Roboto" panose="02000000000000000000" pitchFamily="2" charset="0"/>
                <a:cs typeface="Roboto" panose="02000000000000000000" pitchFamily="2" charset="0"/>
              </a:rPr>
              <a:t>2</a:t>
            </a:r>
          </a:p>
        </p:txBody>
      </p:sp>
      <p:sp>
        <p:nvSpPr>
          <p:cNvPr id="51" name="Shape 12">
            <a:extLst>
              <a:ext uri="{FF2B5EF4-FFF2-40B4-BE49-F238E27FC236}">
                <a16:creationId xmlns:a16="http://schemas.microsoft.com/office/drawing/2014/main" id="{7F865BE6-EC7A-E0CC-C18B-5DCBBF44DD0C}"/>
              </a:ext>
            </a:extLst>
          </p:cNvPr>
          <p:cNvSpPr/>
          <p:nvPr/>
        </p:nvSpPr>
        <p:spPr>
          <a:xfrm>
            <a:off x="8769568" y="755378"/>
            <a:ext cx="3184620" cy="1656831"/>
          </a:xfrm>
          <a:prstGeom prst="roundRect">
            <a:avLst>
              <a:gd name="adj" fmla="val 1306"/>
            </a:avLst>
          </a:prstGeom>
          <a:solidFill>
            <a:schemeClr val="bg2">
              <a:lumMod val="50000"/>
            </a:schemeClr>
          </a:solidFill>
          <a:ln>
            <a:solidFill>
              <a:srgbClr val="A987F3"/>
            </a:solidFill>
          </a:ln>
        </p:spPr>
      </p:sp>
      <p:sp>
        <p:nvSpPr>
          <p:cNvPr id="52" name="Shape 13">
            <a:extLst>
              <a:ext uri="{FF2B5EF4-FFF2-40B4-BE49-F238E27FC236}">
                <a16:creationId xmlns:a16="http://schemas.microsoft.com/office/drawing/2014/main" id="{479C9DFD-97C3-FEC9-552A-6E2F215C90D8}"/>
              </a:ext>
            </a:extLst>
          </p:cNvPr>
          <p:cNvSpPr/>
          <p:nvPr/>
        </p:nvSpPr>
        <p:spPr>
          <a:xfrm>
            <a:off x="8769568" y="755377"/>
            <a:ext cx="3184620" cy="45719"/>
          </a:xfrm>
          <a:prstGeom prst="roundRect">
            <a:avLst>
              <a:gd name="adj" fmla="val 30924"/>
            </a:avLst>
          </a:prstGeom>
          <a:solidFill>
            <a:srgbClr val="A987F3"/>
          </a:solidFill>
          <a:ln>
            <a:solidFill>
              <a:srgbClr val="A987F3"/>
            </a:solidFill>
          </a:ln>
        </p:spPr>
      </p:sp>
      <p:sp>
        <p:nvSpPr>
          <p:cNvPr id="53" name="Shape 14">
            <a:extLst>
              <a:ext uri="{FF2B5EF4-FFF2-40B4-BE49-F238E27FC236}">
                <a16:creationId xmlns:a16="http://schemas.microsoft.com/office/drawing/2014/main" id="{E73912D1-A372-A990-B49C-CF393CF7C105}"/>
              </a:ext>
            </a:extLst>
          </p:cNvPr>
          <p:cNvSpPr/>
          <p:nvPr/>
        </p:nvSpPr>
        <p:spPr>
          <a:xfrm>
            <a:off x="10106011" y="541593"/>
            <a:ext cx="424071" cy="424071"/>
          </a:xfrm>
          <a:prstGeom prst="roundRect">
            <a:avLst>
              <a:gd name="adj" fmla="val 161718"/>
            </a:avLst>
          </a:prstGeom>
          <a:solidFill>
            <a:srgbClr val="A987F3"/>
          </a:solidFill>
          <a:ln>
            <a:solidFill>
              <a:srgbClr val="A987F3"/>
            </a:solidFill>
          </a:ln>
        </p:spPr>
        <p:txBody>
          <a:bodyPr/>
          <a:lstStyle/>
          <a:p>
            <a:r>
              <a:rPr lang="en-US" dirty="0">
                <a:latin typeface="+mj-lt"/>
                <a:ea typeface="Roboto" panose="02000000000000000000" pitchFamily="2" charset="0"/>
                <a:cs typeface="Roboto" panose="02000000000000000000" pitchFamily="2" charset="0"/>
              </a:rPr>
              <a:t>3</a:t>
            </a:r>
          </a:p>
        </p:txBody>
      </p:sp>
      <p:sp>
        <p:nvSpPr>
          <p:cNvPr id="57" name="Shape 17">
            <a:extLst>
              <a:ext uri="{FF2B5EF4-FFF2-40B4-BE49-F238E27FC236}">
                <a16:creationId xmlns:a16="http://schemas.microsoft.com/office/drawing/2014/main" id="{89229497-1EA0-DEE2-4055-F7B7DE8CD3EB}"/>
              </a:ext>
            </a:extLst>
          </p:cNvPr>
          <p:cNvSpPr/>
          <p:nvPr/>
        </p:nvSpPr>
        <p:spPr>
          <a:xfrm>
            <a:off x="591502" y="4825096"/>
            <a:ext cx="4129213" cy="1827212"/>
          </a:xfrm>
          <a:prstGeom prst="roundRect">
            <a:avLst>
              <a:gd name="adj" fmla="val 4925"/>
            </a:avLst>
          </a:prstGeom>
          <a:solidFill>
            <a:schemeClr val="bg2">
              <a:lumMod val="50000"/>
            </a:schemeClr>
          </a:solidFill>
          <a:ln>
            <a:solidFill>
              <a:srgbClr val="A987F3"/>
            </a:solidFill>
          </a:ln>
        </p:spPr>
      </p:sp>
      <p:sp>
        <p:nvSpPr>
          <p:cNvPr id="64" name="Shape 23">
            <a:extLst>
              <a:ext uri="{FF2B5EF4-FFF2-40B4-BE49-F238E27FC236}">
                <a16:creationId xmlns:a16="http://schemas.microsoft.com/office/drawing/2014/main" id="{36FBD7F2-CA33-D191-337A-7C8E7719DF54}"/>
              </a:ext>
            </a:extLst>
          </p:cNvPr>
          <p:cNvSpPr/>
          <p:nvPr/>
        </p:nvSpPr>
        <p:spPr>
          <a:xfrm>
            <a:off x="4894071" y="4818055"/>
            <a:ext cx="3322858" cy="1869684"/>
          </a:xfrm>
          <a:prstGeom prst="roundRect">
            <a:avLst>
              <a:gd name="adj" fmla="val 4925"/>
            </a:avLst>
          </a:prstGeom>
          <a:solidFill>
            <a:schemeClr val="bg2">
              <a:lumMod val="50000"/>
            </a:schemeClr>
          </a:solidFill>
          <a:ln>
            <a:solidFill>
              <a:srgbClr val="A987F3"/>
            </a:solidFill>
          </a:ln>
        </p:spPr>
      </p:sp>
      <p:sp>
        <p:nvSpPr>
          <p:cNvPr id="79" name="Shape 13">
            <a:extLst>
              <a:ext uri="{FF2B5EF4-FFF2-40B4-BE49-F238E27FC236}">
                <a16:creationId xmlns:a16="http://schemas.microsoft.com/office/drawing/2014/main" id="{B7AEC14B-EF77-FCEB-7AA6-A83B445FFECE}"/>
              </a:ext>
            </a:extLst>
          </p:cNvPr>
          <p:cNvSpPr/>
          <p:nvPr/>
        </p:nvSpPr>
        <p:spPr>
          <a:xfrm>
            <a:off x="4870880" y="4798072"/>
            <a:ext cx="3322856" cy="68580"/>
          </a:xfrm>
          <a:prstGeom prst="roundRect">
            <a:avLst>
              <a:gd name="adj" fmla="val 30924"/>
            </a:avLst>
          </a:prstGeom>
          <a:solidFill>
            <a:srgbClr val="A987F3"/>
          </a:solidFill>
          <a:ln>
            <a:solidFill>
              <a:srgbClr val="A987F3"/>
            </a:solidFill>
          </a:ln>
        </p:spPr>
      </p:sp>
      <p:sp>
        <p:nvSpPr>
          <p:cNvPr id="66" name="Shape 25">
            <a:extLst>
              <a:ext uri="{FF2B5EF4-FFF2-40B4-BE49-F238E27FC236}">
                <a16:creationId xmlns:a16="http://schemas.microsoft.com/office/drawing/2014/main" id="{6D3A07B6-3DCA-DEA0-33C1-3EAD56D6251C}"/>
              </a:ext>
            </a:extLst>
          </p:cNvPr>
          <p:cNvSpPr/>
          <p:nvPr/>
        </p:nvSpPr>
        <p:spPr>
          <a:xfrm>
            <a:off x="6303175" y="4584700"/>
            <a:ext cx="424071" cy="424071"/>
          </a:xfrm>
          <a:prstGeom prst="roundRect">
            <a:avLst>
              <a:gd name="adj" fmla="val 161718"/>
            </a:avLst>
          </a:prstGeom>
          <a:solidFill>
            <a:srgbClr val="A987F3"/>
          </a:solidFill>
          <a:ln>
            <a:solidFill>
              <a:srgbClr val="A987F3"/>
            </a:solidFill>
          </a:ln>
        </p:spPr>
        <p:txBody>
          <a:bodyPr/>
          <a:lstStyle/>
          <a:p>
            <a:r>
              <a:rPr lang="en-US" dirty="0">
                <a:latin typeface="+mj-lt"/>
                <a:ea typeface="Roboto" panose="02000000000000000000" pitchFamily="2" charset="0"/>
                <a:cs typeface="Roboto" panose="02000000000000000000" pitchFamily="2" charset="0"/>
              </a:rPr>
              <a:t>8</a:t>
            </a:r>
          </a:p>
        </p:txBody>
      </p:sp>
      <p:sp>
        <p:nvSpPr>
          <p:cNvPr id="80" name="Shape 13">
            <a:extLst>
              <a:ext uri="{FF2B5EF4-FFF2-40B4-BE49-F238E27FC236}">
                <a16:creationId xmlns:a16="http://schemas.microsoft.com/office/drawing/2014/main" id="{D9EF9936-0A48-6E49-0DC2-0ED3ACF6F5D3}"/>
              </a:ext>
            </a:extLst>
          </p:cNvPr>
          <p:cNvSpPr/>
          <p:nvPr/>
        </p:nvSpPr>
        <p:spPr>
          <a:xfrm>
            <a:off x="591502" y="4792910"/>
            <a:ext cx="4129212" cy="68580"/>
          </a:xfrm>
          <a:prstGeom prst="roundRect">
            <a:avLst>
              <a:gd name="adj" fmla="val 30924"/>
            </a:avLst>
          </a:prstGeom>
          <a:solidFill>
            <a:srgbClr val="A987F3"/>
          </a:solidFill>
          <a:ln>
            <a:solidFill>
              <a:srgbClr val="A987F3"/>
            </a:solidFill>
          </a:ln>
        </p:spPr>
      </p:sp>
      <p:sp>
        <p:nvSpPr>
          <p:cNvPr id="82" name="Shape 19">
            <a:extLst>
              <a:ext uri="{FF2B5EF4-FFF2-40B4-BE49-F238E27FC236}">
                <a16:creationId xmlns:a16="http://schemas.microsoft.com/office/drawing/2014/main" id="{4ABFEFE5-4D2A-E871-2044-743B4E67A3D9}"/>
              </a:ext>
            </a:extLst>
          </p:cNvPr>
          <p:cNvSpPr/>
          <p:nvPr/>
        </p:nvSpPr>
        <p:spPr>
          <a:xfrm>
            <a:off x="9439757" y="2478615"/>
            <a:ext cx="424071" cy="424071"/>
          </a:xfrm>
          <a:prstGeom prst="roundRect">
            <a:avLst>
              <a:gd name="adj" fmla="val 50000"/>
            </a:avLst>
          </a:prstGeom>
          <a:solidFill>
            <a:srgbClr val="A987F3"/>
          </a:solidFill>
          <a:ln>
            <a:solidFill>
              <a:srgbClr val="A987F3"/>
            </a:solidFill>
          </a:ln>
        </p:spPr>
        <p:txBody>
          <a:bodyPr/>
          <a:lstStyle/>
          <a:p>
            <a:r>
              <a:rPr lang="en-US" dirty="0">
                <a:latin typeface="+mj-lt"/>
                <a:ea typeface="Roboto" panose="02000000000000000000" pitchFamily="2" charset="0"/>
                <a:cs typeface="Roboto" panose="02000000000000000000" pitchFamily="2" charset="0"/>
              </a:rPr>
              <a:t>6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378A2D7D-9FBE-AEE9-6ACF-45E504B95C42}"/>
              </a:ext>
            </a:extLst>
          </p:cNvPr>
          <p:cNvSpPr txBox="1"/>
          <p:nvPr/>
        </p:nvSpPr>
        <p:spPr>
          <a:xfrm>
            <a:off x="3787124" y="2956705"/>
            <a:ext cx="28194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>
                <a:solidFill>
                  <a:srgbClr val="A987F3"/>
                </a:solidFill>
                <a:latin typeface="+mj-lt"/>
                <a:ea typeface="Roboto" panose="02000000000000000000" pitchFamily="2" charset="0"/>
                <a:cs typeface="Roboto" panose="02000000000000000000" pitchFamily="2" charset="0"/>
              </a:rPr>
              <a:t>Student Register/Login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949578EE-8C06-8ACB-5221-29BA4078D62C}"/>
              </a:ext>
            </a:extLst>
          </p:cNvPr>
          <p:cNvSpPr txBox="1"/>
          <p:nvPr/>
        </p:nvSpPr>
        <p:spPr>
          <a:xfrm>
            <a:off x="5236580" y="1026576"/>
            <a:ext cx="28194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>
                <a:solidFill>
                  <a:srgbClr val="A987F3"/>
                </a:solidFill>
                <a:latin typeface="+mj-lt"/>
                <a:ea typeface="Roboto" panose="02000000000000000000" pitchFamily="2" charset="0"/>
                <a:cs typeface="Roboto" panose="02000000000000000000" pitchFamily="2" charset="0"/>
              </a:rPr>
              <a:t>Admin Create Courses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482139B1-BD64-27CC-1A96-57B4FCAF2E25}"/>
              </a:ext>
            </a:extLst>
          </p:cNvPr>
          <p:cNvSpPr txBox="1"/>
          <p:nvPr/>
        </p:nvSpPr>
        <p:spPr>
          <a:xfrm>
            <a:off x="7163435" y="2852601"/>
            <a:ext cx="339270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>
                <a:solidFill>
                  <a:srgbClr val="A987F3"/>
                </a:solidFill>
                <a:latin typeface="+mj-lt"/>
                <a:ea typeface="Roboto" panose="02000000000000000000" pitchFamily="2" charset="0"/>
                <a:cs typeface="Roboto" panose="02000000000000000000" pitchFamily="2" charset="0"/>
              </a:rPr>
              <a:t>Course mode</a:t>
            </a: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F3CE1A29-6438-280A-8051-243F8DB6F9C6}"/>
              </a:ext>
            </a:extLst>
          </p:cNvPr>
          <p:cNvSpPr txBox="1"/>
          <p:nvPr/>
        </p:nvSpPr>
        <p:spPr>
          <a:xfrm>
            <a:off x="843244" y="4999074"/>
            <a:ext cx="514234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>
                <a:solidFill>
                  <a:srgbClr val="A987F3"/>
                </a:solidFill>
                <a:latin typeface="+mj-lt"/>
                <a:ea typeface="Roboto" panose="02000000000000000000" pitchFamily="2" charset="0"/>
                <a:cs typeface="Roboto" panose="02000000000000000000" pitchFamily="2" charset="0"/>
              </a:rPr>
              <a:t>AI Assistance Mode</a:t>
            </a: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57EF8884-A7D4-B74B-9D96-6BD627C145CD}"/>
              </a:ext>
            </a:extLst>
          </p:cNvPr>
          <p:cNvSpPr txBox="1"/>
          <p:nvPr/>
        </p:nvSpPr>
        <p:spPr>
          <a:xfrm>
            <a:off x="9201095" y="990299"/>
            <a:ext cx="2819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A987F3"/>
                </a:solidFill>
                <a:latin typeface="+mj-lt"/>
                <a:ea typeface="Roboto" panose="02000000000000000000" pitchFamily="2" charset="0"/>
                <a:cs typeface="Roboto" panose="02000000000000000000" pitchFamily="2" charset="0"/>
              </a:rPr>
              <a:t>AI Analyzes Outline</a:t>
            </a: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2D56B3D3-05A9-7766-2EBB-F0C95A2E2DC1}"/>
              </a:ext>
            </a:extLst>
          </p:cNvPr>
          <p:cNvSpPr txBox="1"/>
          <p:nvPr/>
        </p:nvSpPr>
        <p:spPr>
          <a:xfrm>
            <a:off x="4932170" y="5020399"/>
            <a:ext cx="332285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>
                <a:solidFill>
                  <a:srgbClr val="A987F3"/>
                </a:solidFill>
                <a:latin typeface="+mj-lt"/>
                <a:ea typeface="Roboto" panose="02000000000000000000" pitchFamily="2" charset="0"/>
                <a:cs typeface="Roboto" panose="02000000000000000000" pitchFamily="2" charset="0"/>
              </a:rPr>
              <a:t>Certificate on Course Completion</a:t>
            </a:r>
          </a:p>
        </p:txBody>
      </p:sp>
      <p:sp>
        <p:nvSpPr>
          <p:cNvPr id="90" name="Shape 2">
            <a:extLst>
              <a:ext uri="{FF2B5EF4-FFF2-40B4-BE49-F238E27FC236}">
                <a16:creationId xmlns:a16="http://schemas.microsoft.com/office/drawing/2014/main" id="{864FD777-14B9-CFEC-4B15-B2B0A4772D1C}"/>
              </a:ext>
            </a:extLst>
          </p:cNvPr>
          <p:cNvSpPr/>
          <p:nvPr/>
        </p:nvSpPr>
        <p:spPr>
          <a:xfrm>
            <a:off x="584379" y="792271"/>
            <a:ext cx="4129212" cy="1690747"/>
          </a:xfrm>
          <a:prstGeom prst="roundRect">
            <a:avLst>
              <a:gd name="adj" fmla="val 4867"/>
            </a:avLst>
          </a:prstGeom>
          <a:solidFill>
            <a:schemeClr val="bg2">
              <a:lumMod val="50000"/>
            </a:schemeClr>
          </a:solidFill>
          <a:ln>
            <a:solidFill>
              <a:srgbClr val="A987F3"/>
            </a:solidFill>
          </a:ln>
        </p:spPr>
      </p:sp>
      <p:sp>
        <p:nvSpPr>
          <p:cNvPr id="91" name="Shape 3">
            <a:extLst>
              <a:ext uri="{FF2B5EF4-FFF2-40B4-BE49-F238E27FC236}">
                <a16:creationId xmlns:a16="http://schemas.microsoft.com/office/drawing/2014/main" id="{6BFAC0A0-CB9E-F662-4D09-9D3AFB7A507D}"/>
              </a:ext>
            </a:extLst>
          </p:cNvPr>
          <p:cNvSpPr/>
          <p:nvPr/>
        </p:nvSpPr>
        <p:spPr>
          <a:xfrm>
            <a:off x="584380" y="775125"/>
            <a:ext cx="4093610" cy="64991"/>
          </a:xfrm>
          <a:prstGeom prst="roundRect">
            <a:avLst>
              <a:gd name="adj" fmla="val 30924"/>
            </a:avLst>
          </a:prstGeom>
          <a:solidFill>
            <a:srgbClr val="A987F3"/>
          </a:solidFill>
          <a:ln>
            <a:solidFill>
              <a:srgbClr val="A987F3"/>
            </a:solidFill>
          </a:ln>
        </p:spPr>
      </p:sp>
      <p:sp>
        <p:nvSpPr>
          <p:cNvPr id="92" name="Shape 4">
            <a:extLst>
              <a:ext uri="{FF2B5EF4-FFF2-40B4-BE49-F238E27FC236}">
                <a16:creationId xmlns:a16="http://schemas.microsoft.com/office/drawing/2014/main" id="{4FABEE40-FFF9-FDF3-DCFA-D161AF0D5FBF}"/>
              </a:ext>
            </a:extLst>
          </p:cNvPr>
          <p:cNvSpPr/>
          <p:nvPr/>
        </p:nvSpPr>
        <p:spPr>
          <a:xfrm>
            <a:off x="2302457" y="565603"/>
            <a:ext cx="424071" cy="424071"/>
          </a:xfrm>
          <a:prstGeom prst="roundRect">
            <a:avLst>
              <a:gd name="adj" fmla="val 161718"/>
            </a:avLst>
          </a:prstGeom>
          <a:solidFill>
            <a:srgbClr val="A987F3"/>
          </a:solidFill>
          <a:ln>
            <a:solidFill>
              <a:srgbClr val="A987F3"/>
            </a:solidFill>
          </a:ln>
        </p:spPr>
        <p:txBody>
          <a:bodyPr/>
          <a:lstStyle/>
          <a:p>
            <a:r>
              <a:rPr lang="en-US" dirty="0">
                <a:latin typeface="+mj-lt"/>
                <a:ea typeface="Roboto" panose="02000000000000000000" pitchFamily="2" charset="0"/>
                <a:cs typeface="Roboto" panose="02000000000000000000" pitchFamily="2" charset="0"/>
              </a:rPr>
              <a:t>1</a:t>
            </a:r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58C17313-EEEA-0FF6-6B7C-FCE1FF9395C2}"/>
              </a:ext>
            </a:extLst>
          </p:cNvPr>
          <p:cNvSpPr txBox="1"/>
          <p:nvPr/>
        </p:nvSpPr>
        <p:spPr>
          <a:xfrm>
            <a:off x="745395" y="1027360"/>
            <a:ext cx="301056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>
                <a:solidFill>
                  <a:srgbClr val="A987F3"/>
                </a:solidFill>
                <a:latin typeface="+mj-lt"/>
                <a:ea typeface="Roboto" panose="02000000000000000000" pitchFamily="2" charset="0"/>
                <a:cs typeface="Roboto" panose="02000000000000000000" pitchFamily="2" charset="0"/>
              </a:rPr>
              <a:t>Super Admin Create Accounts</a:t>
            </a:r>
          </a:p>
        </p:txBody>
      </p:sp>
      <p:sp>
        <p:nvSpPr>
          <p:cNvPr id="59" name="Shape 19">
            <a:extLst>
              <a:ext uri="{FF2B5EF4-FFF2-40B4-BE49-F238E27FC236}">
                <a16:creationId xmlns:a16="http://schemas.microsoft.com/office/drawing/2014/main" id="{1C7E6220-EE4E-43CF-6372-EFCDE8EDC922}"/>
              </a:ext>
            </a:extLst>
          </p:cNvPr>
          <p:cNvSpPr/>
          <p:nvPr/>
        </p:nvSpPr>
        <p:spPr>
          <a:xfrm>
            <a:off x="2571057" y="4604077"/>
            <a:ext cx="424071" cy="424071"/>
          </a:xfrm>
          <a:prstGeom prst="roundRect">
            <a:avLst>
              <a:gd name="adj" fmla="val 161718"/>
            </a:avLst>
          </a:prstGeom>
          <a:solidFill>
            <a:srgbClr val="A987F3"/>
          </a:solidFill>
          <a:ln>
            <a:solidFill>
              <a:srgbClr val="A987F3"/>
            </a:solidFill>
          </a:ln>
        </p:spPr>
        <p:txBody>
          <a:bodyPr/>
          <a:lstStyle/>
          <a:p>
            <a:r>
              <a:rPr lang="en-US" dirty="0">
                <a:latin typeface="+mj-lt"/>
                <a:ea typeface="Roboto" panose="02000000000000000000" pitchFamily="2" charset="0"/>
                <a:cs typeface="Roboto" panose="02000000000000000000" pitchFamily="2" charset="0"/>
              </a:rPr>
              <a:t>7</a:t>
            </a:r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A74189CC-6BA8-2364-9327-10DCA33911D9}"/>
              </a:ext>
            </a:extLst>
          </p:cNvPr>
          <p:cNvSpPr txBox="1"/>
          <p:nvPr/>
        </p:nvSpPr>
        <p:spPr>
          <a:xfrm>
            <a:off x="3895761" y="3329307"/>
            <a:ext cx="281940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500" dirty="0">
                <a:latin typeface="+mj-lt"/>
                <a:ea typeface="Roboto" panose="02000000000000000000" pitchFamily="2" charset="0"/>
                <a:cs typeface="Roboto" panose="02000000000000000000" pitchFamily="2" charset="0"/>
              </a:rPr>
              <a:t>Student enters the platform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500" dirty="0">
                <a:latin typeface="+mj-lt"/>
                <a:ea typeface="Roboto" panose="02000000000000000000" pitchFamily="2" charset="0"/>
                <a:cs typeface="Roboto" panose="02000000000000000000" pitchFamily="2" charset="0"/>
              </a:rPr>
              <a:t>Two modes shown </a:t>
            </a:r>
            <a:r>
              <a:rPr lang="en-US" sz="1500" b="1" dirty="0">
                <a:latin typeface="+mj-lt"/>
                <a:ea typeface="Roboto" panose="02000000000000000000" pitchFamily="2" charset="0"/>
                <a:cs typeface="Roboto" panose="02000000000000000000" pitchFamily="2" charset="0"/>
              </a:rPr>
              <a:t>Course mode </a:t>
            </a:r>
            <a:r>
              <a:rPr lang="en-US" sz="1500" dirty="0">
                <a:latin typeface="+mj-lt"/>
                <a:ea typeface="Roboto" panose="02000000000000000000" pitchFamily="2" charset="0"/>
                <a:cs typeface="Roboto" panose="02000000000000000000" pitchFamily="2" charset="0"/>
              </a:rPr>
              <a:t>and </a:t>
            </a:r>
            <a:r>
              <a:rPr lang="en-US" sz="1500" b="1" dirty="0">
                <a:latin typeface="+mj-lt"/>
                <a:ea typeface="Roboto" panose="02000000000000000000" pitchFamily="2" charset="0"/>
                <a:cs typeface="Roboto" panose="02000000000000000000" pitchFamily="2" charset="0"/>
              </a:rPr>
              <a:t>AI Assistance Mode</a:t>
            </a:r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B00430E5-37BD-2C53-649B-F06C1F5E132E}"/>
              </a:ext>
            </a:extLst>
          </p:cNvPr>
          <p:cNvSpPr txBox="1"/>
          <p:nvPr/>
        </p:nvSpPr>
        <p:spPr>
          <a:xfrm>
            <a:off x="5002683" y="1342819"/>
            <a:ext cx="349614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600" dirty="0">
                <a:latin typeface="+mj-lt"/>
                <a:ea typeface="Roboto" panose="02000000000000000000" pitchFamily="2" charset="0"/>
                <a:cs typeface="Roboto" panose="02000000000000000000" pitchFamily="2" charset="0"/>
              </a:rPr>
              <a:t>Admin logins, uploads course outlines and creates courses.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600" dirty="0">
                <a:latin typeface="+mj-lt"/>
                <a:ea typeface="Roboto" panose="02000000000000000000" pitchFamily="2" charset="0"/>
                <a:cs typeface="Roboto" panose="02000000000000000000" pitchFamily="2" charset="0"/>
              </a:rPr>
              <a:t>basic to advance </a:t>
            </a:r>
          </a:p>
        </p:txBody>
      </p:sp>
      <p:sp>
        <p:nvSpPr>
          <p:cNvPr id="96" name="TextBox 95">
            <a:extLst>
              <a:ext uri="{FF2B5EF4-FFF2-40B4-BE49-F238E27FC236}">
                <a16:creationId xmlns:a16="http://schemas.microsoft.com/office/drawing/2014/main" id="{B3280051-5E02-7B61-E35E-F1A545C2AC4A}"/>
              </a:ext>
            </a:extLst>
          </p:cNvPr>
          <p:cNvSpPr txBox="1"/>
          <p:nvPr/>
        </p:nvSpPr>
        <p:spPr>
          <a:xfrm>
            <a:off x="7199934" y="3187994"/>
            <a:ext cx="4725776" cy="12311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500" dirty="0">
                <a:latin typeface="+mj-lt"/>
                <a:ea typeface="Roboto" panose="02000000000000000000" pitchFamily="2" charset="0"/>
                <a:cs typeface="Roboto" panose="02000000000000000000" pitchFamily="2" charset="0"/>
              </a:rPr>
              <a:t>AI Tutor delivers lecture (text + audio) using white boards and visuals 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500" dirty="0">
                <a:latin typeface="+mj-lt"/>
                <a:ea typeface="Roboto" panose="02000000000000000000" pitchFamily="2" charset="0"/>
                <a:cs typeface="Roboto" panose="02000000000000000000" pitchFamily="2" charset="0"/>
              </a:rPr>
              <a:t>If student asks a question → Tutor pauses, answers, then resumes.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400" dirty="0">
                <a:latin typeface="+mj-lt"/>
                <a:ea typeface="Roboto" panose="02000000000000000000" pitchFamily="2" charset="0"/>
                <a:cs typeface="Roboto" panose="02000000000000000000" pitchFamily="2" charset="0"/>
              </a:rPr>
              <a:t>Quizzes and assignments auto-generated</a:t>
            </a:r>
            <a:endParaRPr lang="en-US" sz="1500" dirty="0">
              <a:latin typeface="+mj-lt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97" name="TextBox 96">
            <a:extLst>
              <a:ext uri="{FF2B5EF4-FFF2-40B4-BE49-F238E27FC236}">
                <a16:creationId xmlns:a16="http://schemas.microsoft.com/office/drawing/2014/main" id="{74B182E2-9567-B503-9D98-1CE050371E67}"/>
              </a:ext>
            </a:extLst>
          </p:cNvPr>
          <p:cNvSpPr txBox="1"/>
          <p:nvPr/>
        </p:nvSpPr>
        <p:spPr>
          <a:xfrm>
            <a:off x="648048" y="5337628"/>
            <a:ext cx="4072667" cy="12464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500" dirty="0">
                <a:latin typeface="+mj-lt"/>
                <a:ea typeface="Roboto" panose="02000000000000000000" pitchFamily="2" charset="0"/>
                <a:cs typeface="Roboto" panose="02000000000000000000" pitchFamily="2" charset="0"/>
              </a:rPr>
              <a:t>Students can interact with the AI tutor anytime to ask questions, upload files to clarify query, and explore concepts related to  the course.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500" dirty="0">
                <a:latin typeface="+mj-lt"/>
                <a:ea typeface="Roboto" panose="02000000000000000000" pitchFamily="2" charset="0"/>
                <a:cs typeface="Roboto" panose="02000000000000000000" pitchFamily="2" charset="0"/>
              </a:rPr>
              <a:t>AI delivers answers</a:t>
            </a:r>
          </a:p>
        </p:txBody>
      </p:sp>
      <p:sp>
        <p:nvSpPr>
          <p:cNvPr id="98" name="TextBox 97">
            <a:extLst>
              <a:ext uri="{FF2B5EF4-FFF2-40B4-BE49-F238E27FC236}">
                <a16:creationId xmlns:a16="http://schemas.microsoft.com/office/drawing/2014/main" id="{E9B4A8CE-7685-E36E-4830-7F27652F535C}"/>
              </a:ext>
            </a:extLst>
          </p:cNvPr>
          <p:cNvSpPr txBox="1"/>
          <p:nvPr/>
        </p:nvSpPr>
        <p:spPr>
          <a:xfrm>
            <a:off x="8904025" y="1309188"/>
            <a:ext cx="311647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600" dirty="0">
                <a:latin typeface="+mj-lt"/>
                <a:ea typeface="Roboto" panose="02000000000000000000" pitchFamily="2" charset="0"/>
                <a:cs typeface="Roboto" panose="02000000000000000000" pitchFamily="2" charset="0"/>
              </a:rPr>
              <a:t>AI analyzes the Course outline and generates lecture material</a:t>
            </a:r>
          </a:p>
        </p:txBody>
      </p:sp>
      <p:sp>
        <p:nvSpPr>
          <p:cNvPr id="101" name="TextBox 100">
            <a:extLst>
              <a:ext uri="{FF2B5EF4-FFF2-40B4-BE49-F238E27FC236}">
                <a16:creationId xmlns:a16="http://schemas.microsoft.com/office/drawing/2014/main" id="{F1EAFE98-D8C9-CAFB-7B2C-02E7CA185804}"/>
              </a:ext>
            </a:extLst>
          </p:cNvPr>
          <p:cNvSpPr txBox="1"/>
          <p:nvPr/>
        </p:nvSpPr>
        <p:spPr>
          <a:xfrm>
            <a:off x="4936000" y="5366886"/>
            <a:ext cx="3079379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600" dirty="0">
                <a:latin typeface="+mj-lt"/>
                <a:ea typeface="Roboto" panose="02000000000000000000" pitchFamily="2" charset="0"/>
                <a:cs typeface="Roboto" panose="02000000000000000000" pitchFamily="2" charset="0"/>
              </a:rPr>
              <a:t> After course is completed, the certificate is Automatically generated with user information</a:t>
            </a:r>
          </a:p>
        </p:txBody>
      </p:sp>
      <p:sp>
        <p:nvSpPr>
          <p:cNvPr id="102" name="TextBox 101">
            <a:extLst>
              <a:ext uri="{FF2B5EF4-FFF2-40B4-BE49-F238E27FC236}">
                <a16:creationId xmlns:a16="http://schemas.microsoft.com/office/drawing/2014/main" id="{6BDBAE1B-6B74-D58A-895E-AAC36C410787}"/>
              </a:ext>
            </a:extLst>
          </p:cNvPr>
          <p:cNvSpPr txBox="1"/>
          <p:nvPr/>
        </p:nvSpPr>
        <p:spPr>
          <a:xfrm>
            <a:off x="672023" y="1403459"/>
            <a:ext cx="359283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600" dirty="0">
                <a:latin typeface="+mj-lt"/>
                <a:ea typeface="Roboto" panose="02000000000000000000" pitchFamily="2" charset="0"/>
                <a:cs typeface="Roboto" panose="02000000000000000000" pitchFamily="2" charset="0"/>
              </a:rPr>
              <a:t>Super Admin creates Admin and expert Accounts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600" dirty="0">
                <a:latin typeface="+mj-lt"/>
                <a:ea typeface="Roboto" panose="02000000000000000000" pitchFamily="2" charset="0"/>
                <a:cs typeface="Roboto" panose="02000000000000000000" pitchFamily="2" charset="0"/>
              </a:rPr>
              <a:t>Emails are sent with credentials</a:t>
            </a:r>
          </a:p>
        </p:txBody>
      </p:sp>
      <p:sp>
        <p:nvSpPr>
          <p:cNvPr id="2" name="Shape 2">
            <a:extLst>
              <a:ext uri="{FF2B5EF4-FFF2-40B4-BE49-F238E27FC236}">
                <a16:creationId xmlns:a16="http://schemas.microsoft.com/office/drawing/2014/main" id="{5CF0C433-081C-80D8-7F5A-EA01062ACD76}"/>
              </a:ext>
            </a:extLst>
          </p:cNvPr>
          <p:cNvSpPr/>
          <p:nvPr/>
        </p:nvSpPr>
        <p:spPr>
          <a:xfrm>
            <a:off x="8343900" y="4852031"/>
            <a:ext cx="3610288" cy="1852538"/>
          </a:xfrm>
          <a:prstGeom prst="roundRect">
            <a:avLst>
              <a:gd name="adj" fmla="val 4867"/>
            </a:avLst>
          </a:prstGeom>
          <a:solidFill>
            <a:schemeClr val="bg2">
              <a:lumMod val="50000"/>
            </a:schemeClr>
          </a:solidFill>
          <a:ln>
            <a:solidFill>
              <a:srgbClr val="A987F3"/>
            </a:solidFill>
          </a:ln>
        </p:spPr>
      </p:sp>
      <p:sp>
        <p:nvSpPr>
          <p:cNvPr id="4" name="Shape 3">
            <a:extLst>
              <a:ext uri="{FF2B5EF4-FFF2-40B4-BE49-F238E27FC236}">
                <a16:creationId xmlns:a16="http://schemas.microsoft.com/office/drawing/2014/main" id="{EE96E11B-4ECB-D3B2-31BE-9A26385693F5}"/>
              </a:ext>
            </a:extLst>
          </p:cNvPr>
          <p:cNvSpPr/>
          <p:nvPr/>
        </p:nvSpPr>
        <p:spPr>
          <a:xfrm>
            <a:off x="8343900" y="4834885"/>
            <a:ext cx="3610288" cy="68580"/>
          </a:xfrm>
          <a:prstGeom prst="roundRect">
            <a:avLst>
              <a:gd name="adj" fmla="val 30924"/>
            </a:avLst>
          </a:prstGeom>
          <a:solidFill>
            <a:srgbClr val="A987F3"/>
          </a:solidFill>
          <a:ln>
            <a:solidFill>
              <a:srgbClr val="A987F3"/>
            </a:solidFill>
          </a:ln>
        </p:spPr>
      </p:sp>
      <p:sp>
        <p:nvSpPr>
          <p:cNvPr id="5" name="Shape 4">
            <a:extLst>
              <a:ext uri="{FF2B5EF4-FFF2-40B4-BE49-F238E27FC236}">
                <a16:creationId xmlns:a16="http://schemas.microsoft.com/office/drawing/2014/main" id="{8377F342-C2D2-AA4A-1FEF-5CE9273D9060}"/>
              </a:ext>
            </a:extLst>
          </p:cNvPr>
          <p:cNvSpPr/>
          <p:nvPr/>
        </p:nvSpPr>
        <p:spPr>
          <a:xfrm>
            <a:off x="9985831" y="4639995"/>
            <a:ext cx="424071" cy="424071"/>
          </a:xfrm>
          <a:prstGeom prst="roundRect">
            <a:avLst>
              <a:gd name="adj" fmla="val 50000"/>
            </a:avLst>
          </a:prstGeom>
          <a:solidFill>
            <a:srgbClr val="A987F3"/>
          </a:solidFill>
          <a:ln>
            <a:solidFill>
              <a:srgbClr val="A987F3"/>
            </a:solidFill>
          </a:ln>
        </p:spPr>
        <p:txBody>
          <a:bodyPr/>
          <a:lstStyle/>
          <a:p>
            <a:r>
              <a:rPr lang="en-US" dirty="0">
                <a:latin typeface="+mj-lt"/>
                <a:ea typeface="Roboto" panose="02000000000000000000" pitchFamily="2" charset="0"/>
                <a:cs typeface="Roboto" panose="02000000000000000000" pitchFamily="2" charset="0"/>
              </a:rPr>
              <a:t>9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56E70FA-029D-73B9-6864-F797989E62AC}"/>
              </a:ext>
            </a:extLst>
          </p:cNvPr>
          <p:cNvSpPr txBox="1"/>
          <p:nvPr/>
        </p:nvSpPr>
        <p:spPr>
          <a:xfrm>
            <a:off x="8379378" y="5028148"/>
            <a:ext cx="28194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>
                <a:solidFill>
                  <a:srgbClr val="A987F3"/>
                </a:solidFill>
                <a:latin typeface="+mj-lt"/>
                <a:ea typeface="Roboto" panose="02000000000000000000" pitchFamily="2" charset="0"/>
                <a:cs typeface="Roboto" panose="02000000000000000000" pitchFamily="2" charset="0"/>
              </a:rPr>
              <a:t>Email notifications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F325135-C949-BCD2-36D8-BBE4B9F49260}"/>
              </a:ext>
            </a:extLst>
          </p:cNvPr>
          <p:cNvSpPr txBox="1"/>
          <p:nvPr/>
        </p:nvSpPr>
        <p:spPr>
          <a:xfrm>
            <a:off x="8498829" y="5296283"/>
            <a:ext cx="3521665" cy="16466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450" dirty="0">
                <a:latin typeface="+mj-lt"/>
                <a:ea typeface="Roboto" panose="02000000000000000000" pitchFamily="2" charset="0"/>
                <a:cs typeface="Roboto" panose="02000000000000000000" pitchFamily="2" charset="0"/>
              </a:rPr>
              <a:t>Welcome Emails are sent Automatically. </a:t>
            </a:r>
            <a:r>
              <a:rPr lang="en-US" sz="1400" dirty="0">
                <a:latin typeface="+mj-lt"/>
                <a:ea typeface="Roboto" panose="02000000000000000000" pitchFamily="2" charset="0"/>
                <a:cs typeface="Roboto" panose="02000000000000000000" pitchFamily="2" charset="0"/>
              </a:rPr>
              <a:t>Credentials are sent to admins and experts through email.</a:t>
            </a:r>
            <a:endParaRPr lang="en-US" sz="1450" dirty="0">
              <a:latin typeface="+mj-lt"/>
              <a:ea typeface="Roboto" panose="02000000000000000000" pitchFamily="2" charset="0"/>
              <a:cs typeface="Roboto" panose="02000000000000000000" pitchFamily="2" charset="0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450" dirty="0">
                <a:latin typeface="+mj-lt"/>
                <a:ea typeface="Roboto" panose="02000000000000000000" pitchFamily="2" charset="0"/>
                <a:cs typeface="Roboto" panose="02000000000000000000" pitchFamily="2" charset="0"/>
              </a:rPr>
              <a:t>OTP emails are sent Automatically.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450" dirty="0">
                <a:latin typeface="+mj-lt"/>
                <a:ea typeface="Roboto" panose="02000000000000000000" pitchFamily="2" charset="0"/>
                <a:cs typeface="Roboto" panose="02000000000000000000" pitchFamily="2" charset="0"/>
              </a:rPr>
              <a:t>Certificates are delivered in pdf form through emails.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sz="1450" dirty="0">
              <a:latin typeface="+mj-lt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8" name="Shape 7">
            <a:extLst>
              <a:ext uri="{FF2B5EF4-FFF2-40B4-BE49-F238E27FC236}">
                <a16:creationId xmlns:a16="http://schemas.microsoft.com/office/drawing/2014/main" id="{9004E375-D581-EC1C-74E3-6CC4CE3B594C}"/>
              </a:ext>
            </a:extLst>
          </p:cNvPr>
          <p:cNvSpPr/>
          <p:nvPr/>
        </p:nvSpPr>
        <p:spPr>
          <a:xfrm>
            <a:off x="584378" y="2709640"/>
            <a:ext cx="2877645" cy="1821417"/>
          </a:xfrm>
          <a:prstGeom prst="roundRect">
            <a:avLst>
              <a:gd name="adj" fmla="val 4867"/>
            </a:avLst>
          </a:prstGeom>
          <a:solidFill>
            <a:schemeClr val="bg2">
              <a:lumMod val="50000"/>
            </a:schemeClr>
          </a:solidFill>
          <a:ln>
            <a:solidFill>
              <a:srgbClr val="A987F3"/>
            </a:solidFill>
          </a:ln>
        </p:spPr>
      </p:sp>
      <p:sp>
        <p:nvSpPr>
          <p:cNvPr id="9" name="Shape 8">
            <a:extLst>
              <a:ext uri="{FF2B5EF4-FFF2-40B4-BE49-F238E27FC236}">
                <a16:creationId xmlns:a16="http://schemas.microsoft.com/office/drawing/2014/main" id="{C7A26417-07DE-CD15-D30A-1902F9A20B81}"/>
              </a:ext>
            </a:extLst>
          </p:cNvPr>
          <p:cNvSpPr/>
          <p:nvPr/>
        </p:nvSpPr>
        <p:spPr>
          <a:xfrm>
            <a:off x="584378" y="2692494"/>
            <a:ext cx="2877645" cy="68580"/>
          </a:xfrm>
          <a:prstGeom prst="roundRect">
            <a:avLst>
              <a:gd name="adj" fmla="val 30924"/>
            </a:avLst>
          </a:prstGeom>
          <a:solidFill>
            <a:srgbClr val="A987F3"/>
          </a:solidFill>
          <a:ln>
            <a:solidFill>
              <a:srgbClr val="A987F3"/>
            </a:solidFill>
          </a:ln>
        </p:spPr>
      </p:sp>
      <p:sp>
        <p:nvSpPr>
          <p:cNvPr id="10" name="Shape 9">
            <a:extLst>
              <a:ext uri="{FF2B5EF4-FFF2-40B4-BE49-F238E27FC236}">
                <a16:creationId xmlns:a16="http://schemas.microsoft.com/office/drawing/2014/main" id="{90C61F1F-EDCF-1972-51AB-F2B3A554B061}"/>
              </a:ext>
            </a:extLst>
          </p:cNvPr>
          <p:cNvSpPr/>
          <p:nvPr/>
        </p:nvSpPr>
        <p:spPr>
          <a:xfrm>
            <a:off x="1789165" y="2499173"/>
            <a:ext cx="424071" cy="424071"/>
          </a:xfrm>
          <a:prstGeom prst="roundRect">
            <a:avLst>
              <a:gd name="adj" fmla="val 161718"/>
            </a:avLst>
          </a:prstGeom>
          <a:solidFill>
            <a:srgbClr val="A987F3"/>
          </a:solidFill>
          <a:ln>
            <a:solidFill>
              <a:srgbClr val="A987F3"/>
            </a:solidFill>
          </a:ln>
        </p:spPr>
        <p:txBody>
          <a:bodyPr/>
          <a:lstStyle/>
          <a:p>
            <a:r>
              <a:rPr lang="en-US" dirty="0">
                <a:latin typeface="+mj-lt"/>
                <a:ea typeface="Roboto" panose="02000000000000000000" pitchFamily="2" charset="0"/>
                <a:cs typeface="Roboto" panose="02000000000000000000" pitchFamily="2" charset="0"/>
              </a:rPr>
              <a:t>4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B9E24D7-580D-F77C-DD8F-C307C4A2249A}"/>
              </a:ext>
            </a:extLst>
          </p:cNvPr>
          <p:cNvSpPr txBox="1"/>
          <p:nvPr/>
        </p:nvSpPr>
        <p:spPr>
          <a:xfrm>
            <a:off x="591501" y="2963136"/>
            <a:ext cx="28194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>
                <a:solidFill>
                  <a:srgbClr val="A987F3"/>
                </a:solidFill>
                <a:latin typeface="+mj-lt"/>
                <a:ea typeface="Roboto" panose="02000000000000000000" pitchFamily="2" charset="0"/>
                <a:cs typeface="Roboto" panose="02000000000000000000" pitchFamily="2" charset="0"/>
              </a:rPr>
              <a:t>Expert Review Courses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63FBEC6-3526-012C-1B8A-B12B158A3654}"/>
              </a:ext>
            </a:extLst>
          </p:cNvPr>
          <p:cNvSpPr txBox="1"/>
          <p:nvPr/>
        </p:nvSpPr>
        <p:spPr>
          <a:xfrm>
            <a:off x="658665" y="3279937"/>
            <a:ext cx="2752236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400" dirty="0">
                <a:latin typeface="+mj-lt"/>
                <a:ea typeface="Roboto" panose="02000000000000000000" pitchFamily="2" charset="0"/>
                <a:cs typeface="Roboto" panose="02000000000000000000" pitchFamily="2" charset="0"/>
              </a:rPr>
              <a:t>Expert logins, Checks course outlines and created topics and uploaded materials.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400" dirty="0">
                <a:latin typeface="+mj-lt"/>
                <a:ea typeface="Roboto" panose="02000000000000000000" pitchFamily="2" charset="0"/>
                <a:cs typeface="Roboto" panose="02000000000000000000" pitchFamily="2" charset="0"/>
              </a:rPr>
              <a:t>Provides Feedback</a:t>
            </a:r>
          </a:p>
        </p:txBody>
      </p:sp>
    </p:spTree>
    <p:extLst>
      <p:ext uri="{BB962C8B-B14F-4D97-AF65-F5344CB8AC3E}">
        <p14:creationId xmlns:p14="http://schemas.microsoft.com/office/powerpoint/2010/main" val="961733615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8156801-E878-C376-E06E-2F35CD1A9F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28FB93-0A08-4E7D-8E63-9EFA29F1E093}" type="slidenum">
              <a:rPr lang="en-US" smtClean="0"/>
              <a:pPr/>
              <a:t>5</a:t>
            </a:fld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824E1C1-4182-700E-DC55-36F79DCBD778}"/>
              </a:ext>
            </a:extLst>
          </p:cNvPr>
          <p:cNvSpPr txBox="1"/>
          <p:nvPr/>
        </p:nvSpPr>
        <p:spPr>
          <a:xfrm>
            <a:off x="685800" y="381000"/>
            <a:ext cx="86106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rgbClr val="A987F3"/>
                </a:solidFill>
                <a:latin typeface="+mj-lt"/>
              </a:rPr>
              <a:t>Courses data</a:t>
            </a:r>
          </a:p>
        </p:txBody>
      </p:sp>
      <p:sp>
        <p:nvSpPr>
          <p:cNvPr id="5" name="Shape 12">
            <a:extLst>
              <a:ext uri="{FF2B5EF4-FFF2-40B4-BE49-F238E27FC236}">
                <a16:creationId xmlns:a16="http://schemas.microsoft.com/office/drawing/2014/main" id="{0C8B41F5-DF0F-DCF1-7AB4-C11A9837880D}"/>
              </a:ext>
            </a:extLst>
          </p:cNvPr>
          <p:cNvSpPr/>
          <p:nvPr/>
        </p:nvSpPr>
        <p:spPr>
          <a:xfrm>
            <a:off x="661218" y="1276603"/>
            <a:ext cx="10616381" cy="5301107"/>
          </a:xfrm>
          <a:prstGeom prst="roundRect">
            <a:avLst>
              <a:gd name="adj" fmla="val 2521"/>
            </a:avLst>
          </a:prstGeom>
          <a:solidFill>
            <a:schemeClr val="bg2">
              <a:lumMod val="50000"/>
            </a:schemeClr>
          </a:solidFill>
          <a:ln>
            <a:solidFill>
              <a:srgbClr val="A987F3"/>
            </a:solidFill>
          </a:ln>
        </p:spPr>
      </p:sp>
      <p:sp>
        <p:nvSpPr>
          <p:cNvPr id="7" name="Shape 13">
            <a:extLst>
              <a:ext uri="{FF2B5EF4-FFF2-40B4-BE49-F238E27FC236}">
                <a16:creationId xmlns:a16="http://schemas.microsoft.com/office/drawing/2014/main" id="{1C95419D-46D1-0113-8956-0CC3CE4C3540}"/>
              </a:ext>
            </a:extLst>
          </p:cNvPr>
          <p:cNvSpPr/>
          <p:nvPr/>
        </p:nvSpPr>
        <p:spPr>
          <a:xfrm>
            <a:off x="685800" y="1276603"/>
            <a:ext cx="10591799" cy="77021"/>
          </a:xfrm>
          <a:prstGeom prst="roundRect">
            <a:avLst>
              <a:gd name="adj" fmla="val 30924"/>
            </a:avLst>
          </a:prstGeom>
          <a:solidFill>
            <a:srgbClr val="A987F3"/>
          </a:solidFill>
          <a:ln>
            <a:solidFill>
              <a:srgbClr val="A987F3"/>
            </a:solidFill>
          </a:ln>
        </p:spPr>
      </p:sp>
      <p:sp>
        <p:nvSpPr>
          <p:cNvPr id="8" name="Shape 14">
            <a:extLst>
              <a:ext uri="{FF2B5EF4-FFF2-40B4-BE49-F238E27FC236}">
                <a16:creationId xmlns:a16="http://schemas.microsoft.com/office/drawing/2014/main" id="{0CD832F4-8283-6032-2A44-F15B8B722AFF}"/>
              </a:ext>
            </a:extLst>
          </p:cNvPr>
          <p:cNvSpPr/>
          <p:nvPr/>
        </p:nvSpPr>
        <p:spPr>
          <a:xfrm>
            <a:off x="4393539" y="997844"/>
            <a:ext cx="3151738" cy="605903"/>
          </a:xfrm>
          <a:prstGeom prst="roundRect">
            <a:avLst>
              <a:gd name="adj" fmla="val 50000"/>
            </a:avLst>
          </a:prstGeom>
          <a:solidFill>
            <a:srgbClr val="A987F3"/>
          </a:solidFill>
          <a:ln>
            <a:solidFill>
              <a:srgbClr val="A987F3"/>
            </a:solidFill>
          </a:ln>
        </p:spPr>
        <p:txBody>
          <a:bodyPr/>
          <a:lstStyle/>
          <a:p>
            <a:pPr algn="ctr"/>
            <a:r>
              <a:rPr lang="en-US" sz="2800" b="1" dirty="0">
                <a:latin typeface="+mj-lt"/>
                <a:ea typeface="Roboto Medium" pitchFamily="34" charset="-122"/>
                <a:cs typeface="Roboto Medium" pitchFamily="34" charset="-120"/>
              </a:rPr>
              <a:t>Courses data</a:t>
            </a:r>
            <a:endParaRPr lang="en-US" dirty="0">
              <a:latin typeface="+mj-lt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13DA43C-7E26-19A6-9904-B1D378DCAFEF}"/>
              </a:ext>
            </a:extLst>
          </p:cNvPr>
          <p:cNvSpPr txBox="1"/>
          <p:nvPr/>
        </p:nvSpPr>
        <p:spPr>
          <a:xfrm>
            <a:off x="6325866" y="1675374"/>
            <a:ext cx="4951733" cy="2123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t"/>
            <a:r>
              <a:rPr lang="en-US" sz="3200" b="1" dirty="0">
                <a:solidFill>
                  <a:srgbClr val="A987F3"/>
                </a:solidFill>
                <a:latin typeface="+mj-lt"/>
              </a:rPr>
              <a:t>Topics:</a:t>
            </a:r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en-US" sz="2000" dirty="0">
                <a:latin typeface="+mj-lt"/>
              </a:rPr>
              <a:t>Name</a:t>
            </a:r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en-US" sz="2000" dirty="0">
                <a:latin typeface="+mj-lt"/>
              </a:rPr>
              <a:t>Course (linked to Course Name)</a:t>
            </a:r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en-US" sz="2000" dirty="0">
                <a:latin typeface="+mj-lt"/>
              </a:rPr>
              <a:t>Materials (PDF only — topic notes, exercises, references)</a:t>
            </a:r>
          </a:p>
          <a:p>
            <a:pPr fontAlgn="t"/>
            <a:endParaRPr lang="en-US" sz="2000" dirty="0">
              <a:latin typeface="+mj-lt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7175163-BA66-5B20-ADBC-3C564F51374A}"/>
              </a:ext>
            </a:extLst>
          </p:cNvPr>
          <p:cNvSpPr txBox="1"/>
          <p:nvPr/>
        </p:nvSpPr>
        <p:spPr>
          <a:xfrm>
            <a:off x="914401" y="2607392"/>
            <a:ext cx="5158282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rgbClr val="A987F3"/>
                </a:solidFill>
                <a:latin typeface="+mj-lt"/>
              </a:rPr>
              <a:t>Courses:</a:t>
            </a:r>
            <a:endParaRPr lang="en-US" sz="3200" dirty="0">
              <a:latin typeface="+mj-lt"/>
            </a:endParaRP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2000" dirty="0">
                <a:latin typeface="+mj-lt"/>
              </a:rPr>
              <a:t>Name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2000" dirty="0">
                <a:latin typeface="+mj-lt"/>
              </a:rPr>
              <a:t>Description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2000" dirty="0">
                <a:latin typeface="+mj-lt"/>
              </a:rPr>
              <a:t>Thumbnail / Cover Image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2000" dirty="0">
                <a:latin typeface="+mj-lt"/>
              </a:rPr>
              <a:t>Language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2000" dirty="0">
                <a:latin typeface="+mj-lt"/>
              </a:rPr>
              <a:t>Duration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2000" dirty="0">
                <a:latin typeface="+mj-lt"/>
              </a:rPr>
              <a:t>Level (Beginner / Intermediate / Advanced)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2000" dirty="0">
                <a:latin typeface="+mj-lt"/>
              </a:rPr>
              <a:t>Category (linked to Category Name)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2000" dirty="0">
                <a:latin typeface="+mj-lt"/>
              </a:rPr>
              <a:t>Topics (multiple per course)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2000" dirty="0">
                <a:latin typeface="+mj-lt"/>
              </a:rPr>
              <a:t>Materials (PDF only — outlines, notes, resources, etc.)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4E7A939-EE93-7F2B-3ACF-CD24FCB47D47}"/>
              </a:ext>
            </a:extLst>
          </p:cNvPr>
          <p:cNvSpPr txBox="1"/>
          <p:nvPr/>
        </p:nvSpPr>
        <p:spPr>
          <a:xfrm>
            <a:off x="914401" y="1690122"/>
            <a:ext cx="2590800" cy="8925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rgbClr val="A987F3"/>
                </a:solidFill>
                <a:latin typeface="+mj-lt"/>
              </a:rPr>
              <a:t>Categories</a:t>
            </a:r>
            <a:r>
              <a:rPr lang="en-US" sz="2000" b="1" dirty="0">
                <a:solidFill>
                  <a:srgbClr val="A987F3"/>
                </a:solidFill>
                <a:latin typeface="+mj-lt"/>
              </a:rPr>
              <a:t>: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2000" dirty="0">
                <a:latin typeface="+mj-lt"/>
              </a:rPr>
              <a:t>Name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FD7AFEF-7249-BAF0-214D-60181F1594BB}"/>
              </a:ext>
            </a:extLst>
          </p:cNvPr>
          <p:cNvSpPr txBox="1"/>
          <p:nvPr/>
        </p:nvSpPr>
        <p:spPr>
          <a:xfrm>
            <a:off x="6216480" y="3487236"/>
            <a:ext cx="4951733" cy="2123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t"/>
            <a:r>
              <a:rPr lang="en-US" sz="3200" b="1" dirty="0">
                <a:solidFill>
                  <a:srgbClr val="A987F3"/>
                </a:solidFill>
                <a:latin typeface="+mj-lt"/>
              </a:rPr>
              <a:t>Materials:</a:t>
            </a:r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en-US" sz="2000" dirty="0">
                <a:latin typeface="+mj-lt"/>
              </a:rPr>
              <a:t>Materials are available for both </a:t>
            </a:r>
            <a:r>
              <a:rPr lang="en-US" sz="2000" b="1" dirty="0">
                <a:latin typeface="+mj-lt"/>
              </a:rPr>
              <a:t>Courses</a:t>
            </a:r>
            <a:r>
              <a:rPr lang="en-US" sz="2000" dirty="0">
                <a:latin typeface="+mj-lt"/>
              </a:rPr>
              <a:t> and </a:t>
            </a:r>
            <a:r>
              <a:rPr lang="en-US" sz="2000" b="1" dirty="0">
                <a:latin typeface="+mj-lt"/>
              </a:rPr>
              <a:t>Topics</a:t>
            </a:r>
            <a:endParaRPr lang="en-US" sz="2000" dirty="0">
              <a:latin typeface="+mj-lt"/>
            </a:endParaRPr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en-US" sz="2000" dirty="0">
                <a:latin typeface="+mj-lt"/>
              </a:rPr>
              <a:t>All materials are provided in </a:t>
            </a:r>
            <a:r>
              <a:rPr lang="en-US" sz="2000" b="1" dirty="0">
                <a:latin typeface="+mj-lt"/>
              </a:rPr>
              <a:t>PDF format only</a:t>
            </a:r>
            <a:endParaRPr lang="en-US" sz="2000" dirty="0">
              <a:latin typeface="+mj-lt"/>
            </a:endParaRPr>
          </a:p>
          <a:p>
            <a:pPr fontAlgn="t"/>
            <a:endParaRPr lang="en-US" sz="2000" dirty="0">
              <a:latin typeface="+mj-lt"/>
            </a:endParaRP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75D2427A-19DB-3386-1F5C-FEC87496F398}"/>
              </a:ext>
            </a:extLst>
          </p:cNvPr>
          <p:cNvCxnSpPr/>
          <p:nvPr/>
        </p:nvCxnSpPr>
        <p:spPr>
          <a:xfrm>
            <a:off x="5943600" y="1276603"/>
            <a:ext cx="0" cy="5301107"/>
          </a:xfrm>
          <a:prstGeom prst="line">
            <a:avLst/>
          </a:prstGeom>
          <a:ln>
            <a:solidFill>
              <a:srgbClr val="A987F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5E37B812-310D-7BFE-DEDC-38C2D75E8F58}"/>
              </a:ext>
            </a:extLst>
          </p:cNvPr>
          <p:cNvCxnSpPr/>
          <p:nvPr/>
        </p:nvCxnSpPr>
        <p:spPr>
          <a:xfrm>
            <a:off x="685800" y="2582674"/>
            <a:ext cx="5257800" cy="24718"/>
          </a:xfrm>
          <a:prstGeom prst="line">
            <a:avLst/>
          </a:prstGeom>
          <a:ln>
            <a:solidFill>
              <a:srgbClr val="A987F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53571710-0064-6E1F-A6BF-2DE2E39C0B6C}"/>
              </a:ext>
            </a:extLst>
          </p:cNvPr>
          <p:cNvCxnSpPr/>
          <p:nvPr/>
        </p:nvCxnSpPr>
        <p:spPr>
          <a:xfrm>
            <a:off x="5943600" y="3487236"/>
            <a:ext cx="5333999" cy="0"/>
          </a:xfrm>
          <a:prstGeom prst="line">
            <a:avLst/>
          </a:prstGeom>
          <a:ln>
            <a:solidFill>
              <a:srgbClr val="A987F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70946233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F12DE5DA-0CE1-2F28-798C-CE695D11FDED}"/>
              </a:ext>
            </a:extLst>
          </p:cNvPr>
          <p:cNvSpPr/>
          <p:nvPr/>
        </p:nvSpPr>
        <p:spPr>
          <a:xfrm>
            <a:off x="4746815" y="2905662"/>
            <a:ext cx="2835235" cy="2580996"/>
          </a:xfrm>
          <a:prstGeom prst="roundRect">
            <a:avLst>
              <a:gd name="adj" fmla="val 32095"/>
            </a:avLst>
          </a:prstGeom>
          <a:solidFill>
            <a:schemeClr val="bg2">
              <a:lumMod val="50000"/>
            </a:schemeClr>
          </a:solidFill>
          <a:ln>
            <a:solidFill>
              <a:srgbClr val="A987F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>
              <a:solidFill>
                <a:schemeClr val="tx1"/>
              </a:solidFill>
              <a:latin typeface="+mj-lt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7D1506F-670D-E4B0-7C3C-5A3A941E58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28FB93-0A08-4E7D-8E63-9EFA29F1E093}" type="slidenum">
              <a:rPr lang="en-US" sz="1800" smtClean="0">
                <a:solidFill>
                  <a:schemeClr val="tx1"/>
                </a:solidFill>
              </a:rPr>
              <a:pPr/>
              <a:t>6</a:t>
            </a:fld>
            <a:endParaRPr lang="en-US" sz="1800" dirty="0">
              <a:solidFill>
                <a:schemeClr val="tx1"/>
              </a:solidFill>
            </a:endParaRPr>
          </a:p>
        </p:txBody>
      </p:sp>
      <p:sp>
        <p:nvSpPr>
          <p:cNvPr id="4" name="Text 0">
            <a:extLst>
              <a:ext uri="{FF2B5EF4-FFF2-40B4-BE49-F238E27FC236}">
                <a16:creationId xmlns:a16="http://schemas.microsoft.com/office/drawing/2014/main" id="{2E68144D-87F7-6DF9-3457-4DD3766D040D}"/>
              </a:ext>
            </a:extLst>
          </p:cNvPr>
          <p:cNvSpPr/>
          <p:nvPr/>
        </p:nvSpPr>
        <p:spPr>
          <a:xfrm>
            <a:off x="437296" y="250298"/>
            <a:ext cx="8833485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A987F3"/>
                </a:solidFill>
                <a:latin typeface="+mj-lt"/>
                <a:ea typeface="Instrument Sans Medium" pitchFamily="34" charset="-122"/>
                <a:cs typeface="Instrument Sans Medium" pitchFamily="34" charset="-120"/>
              </a:rPr>
              <a:t>Our Multi-Faceted SEO Approach</a:t>
            </a:r>
            <a:endParaRPr lang="en-US" sz="4450" b="1" dirty="0">
              <a:solidFill>
                <a:srgbClr val="A987F3"/>
              </a:solidFill>
              <a:latin typeface="+mj-lt"/>
            </a:endParaRPr>
          </a:p>
        </p:txBody>
      </p:sp>
      <p:sp>
        <p:nvSpPr>
          <p:cNvPr id="6" name="Text 2">
            <a:extLst>
              <a:ext uri="{FF2B5EF4-FFF2-40B4-BE49-F238E27FC236}">
                <a16:creationId xmlns:a16="http://schemas.microsoft.com/office/drawing/2014/main" id="{C50E8497-FFED-7E25-C13D-4498B0F3298A}"/>
              </a:ext>
            </a:extLst>
          </p:cNvPr>
          <p:cNvSpPr/>
          <p:nvPr/>
        </p:nvSpPr>
        <p:spPr>
          <a:xfrm>
            <a:off x="1531590" y="3057645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2750"/>
              </a:lnSpc>
              <a:buNone/>
            </a:pPr>
            <a:r>
              <a:rPr lang="en-US" sz="3600" b="1" dirty="0">
                <a:solidFill>
                  <a:srgbClr val="A987F3"/>
                </a:solidFill>
                <a:latin typeface="+mj-lt"/>
                <a:ea typeface="Instrument Sans Medium" pitchFamily="34" charset="-122"/>
                <a:cs typeface="Instrument Sans Medium" pitchFamily="34" charset="-120"/>
              </a:rPr>
              <a:t>Technical SEO</a:t>
            </a:r>
            <a:endParaRPr lang="en-US" sz="3600" b="1" dirty="0">
              <a:solidFill>
                <a:srgbClr val="A987F3"/>
              </a:solidFill>
              <a:latin typeface="+mj-lt"/>
            </a:endParaRPr>
          </a:p>
        </p:txBody>
      </p:sp>
      <p:sp>
        <p:nvSpPr>
          <p:cNvPr id="7" name="Text 3">
            <a:extLst>
              <a:ext uri="{FF2B5EF4-FFF2-40B4-BE49-F238E27FC236}">
                <a16:creationId xmlns:a16="http://schemas.microsoft.com/office/drawing/2014/main" id="{3A8CBC3D-9363-2DE9-16B4-95A83BFD1454}"/>
              </a:ext>
            </a:extLst>
          </p:cNvPr>
          <p:cNvSpPr/>
          <p:nvPr/>
        </p:nvSpPr>
        <p:spPr>
          <a:xfrm>
            <a:off x="304800" y="3481447"/>
            <a:ext cx="4061138" cy="10791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ts val="2850"/>
              </a:lnSpc>
              <a:buNone/>
            </a:pPr>
            <a:r>
              <a:rPr lang="en-US" sz="1850" dirty="0">
                <a:latin typeface="+mj-lt"/>
                <a:ea typeface="Open Sans" pitchFamily="34" charset="-122"/>
                <a:cs typeface="Open Sans" pitchFamily="34" charset="-120"/>
              </a:rPr>
              <a:t>Platform performance and indexing efficiency.</a:t>
            </a:r>
            <a:endParaRPr lang="en-US" sz="1850" dirty="0">
              <a:latin typeface="+mj-lt"/>
            </a:endParaRPr>
          </a:p>
        </p:txBody>
      </p:sp>
      <p:pic>
        <p:nvPicPr>
          <p:cNvPr id="9" name="Image 1" descr="preencoded.png">
            <a:extLst>
              <a:ext uri="{FF2B5EF4-FFF2-40B4-BE49-F238E27FC236}">
                <a16:creationId xmlns:a16="http://schemas.microsoft.com/office/drawing/2014/main" id="{21436C6B-03BD-438D-DE37-F4587539DEC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136872" y="3270012"/>
            <a:ext cx="318968" cy="318968"/>
          </a:xfrm>
          <a:prstGeom prst="rect">
            <a:avLst/>
          </a:prstGeom>
        </p:spPr>
      </p:pic>
      <p:sp>
        <p:nvSpPr>
          <p:cNvPr id="10" name="Text 4">
            <a:extLst>
              <a:ext uri="{FF2B5EF4-FFF2-40B4-BE49-F238E27FC236}">
                <a16:creationId xmlns:a16="http://schemas.microsoft.com/office/drawing/2014/main" id="{350C3DA9-6709-B434-04B8-FF5465078AE8}"/>
              </a:ext>
            </a:extLst>
          </p:cNvPr>
          <p:cNvSpPr/>
          <p:nvPr/>
        </p:nvSpPr>
        <p:spPr>
          <a:xfrm>
            <a:off x="7946571" y="2913036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3600" b="1" dirty="0">
                <a:solidFill>
                  <a:srgbClr val="A987F3"/>
                </a:solidFill>
                <a:latin typeface="+mj-lt"/>
                <a:ea typeface="Instrument Sans Medium" pitchFamily="34" charset="-122"/>
                <a:cs typeface="Instrument Sans Medium" pitchFamily="34" charset="-120"/>
              </a:rPr>
              <a:t>On-Page SEO</a:t>
            </a:r>
            <a:endParaRPr lang="en-US" sz="3600" b="1" dirty="0">
              <a:solidFill>
                <a:srgbClr val="A987F3"/>
              </a:solidFill>
              <a:latin typeface="+mj-lt"/>
            </a:endParaRPr>
          </a:p>
        </p:txBody>
      </p:sp>
      <p:sp>
        <p:nvSpPr>
          <p:cNvPr id="11" name="Text 5">
            <a:extLst>
              <a:ext uri="{FF2B5EF4-FFF2-40B4-BE49-F238E27FC236}">
                <a16:creationId xmlns:a16="http://schemas.microsoft.com/office/drawing/2014/main" id="{A16B2377-0056-C509-DC78-E0BD0B8D3AC1}"/>
              </a:ext>
            </a:extLst>
          </p:cNvPr>
          <p:cNvSpPr/>
          <p:nvPr/>
        </p:nvSpPr>
        <p:spPr>
          <a:xfrm>
            <a:off x="7909475" y="3348101"/>
            <a:ext cx="3622025" cy="10791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850" dirty="0">
                <a:latin typeface="+mj-lt"/>
                <a:ea typeface="Open Sans" pitchFamily="34" charset="-122"/>
                <a:cs typeface="Open Sans" pitchFamily="34" charset="-120"/>
              </a:rPr>
              <a:t>Optimizing individual course pages and content.</a:t>
            </a:r>
            <a:endParaRPr lang="en-US" sz="1850" dirty="0">
              <a:latin typeface="+mj-lt"/>
            </a:endParaRPr>
          </a:p>
        </p:txBody>
      </p:sp>
      <p:pic>
        <p:nvPicPr>
          <p:cNvPr id="13" name="Image 3" descr="preencoded.png">
            <a:extLst>
              <a:ext uri="{FF2B5EF4-FFF2-40B4-BE49-F238E27FC236}">
                <a16:creationId xmlns:a16="http://schemas.microsoft.com/office/drawing/2014/main" id="{CBE48B0B-6315-E38D-7B69-66C812BBDAA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799223" y="3270012"/>
            <a:ext cx="318968" cy="318968"/>
          </a:xfrm>
          <a:prstGeom prst="rect">
            <a:avLst/>
          </a:prstGeom>
        </p:spPr>
      </p:pic>
      <p:sp>
        <p:nvSpPr>
          <p:cNvPr id="14" name="Text 6">
            <a:extLst>
              <a:ext uri="{FF2B5EF4-FFF2-40B4-BE49-F238E27FC236}">
                <a16:creationId xmlns:a16="http://schemas.microsoft.com/office/drawing/2014/main" id="{EB5C213B-23CD-7CEF-F23E-6F8B91D11278}"/>
              </a:ext>
            </a:extLst>
          </p:cNvPr>
          <p:cNvSpPr/>
          <p:nvPr/>
        </p:nvSpPr>
        <p:spPr>
          <a:xfrm>
            <a:off x="7909475" y="4519442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3600" b="1" dirty="0">
                <a:solidFill>
                  <a:srgbClr val="A987F3"/>
                </a:solidFill>
                <a:latin typeface="+mj-lt"/>
                <a:ea typeface="Instrument Sans Medium" pitchFamily="34" charset="-122"/>
                <a:cs typeface="Instrument Sans Medium" pitchFamily="34" charset="-120"/>
              </a:rPr>
              <a:t>Content SEO</a:t>
            </a:r>
            <a:endParaRPr lang="en-US" sz="3600" b="1" dirty="0">
              <a:solidFill>
                <a:srgbClr val="A987F3"/>
              </a:solidFill>
              <a:latin typeface="+mj-lt"/>
            </a:endParaRPr>
          </a:p>
        </p:txBody>
      </p:sp>
      <p:sp>
        <p:nvSpPr>
          <p:cNvPr id="15" name="Text 7">
            <a:extLst>
              <a:ext uri="{FF2B5EF4-FFF2-40B4-BE49-F238E27FC236}">
                <a16:creationId xmlns:a16="http://schemas.microsoft.com/office/drawing/2014/main" id="{B8FEBD75-5611-3151-45D5-0CD78774AAEC}"/>
              </a:ext>
            </a:extLst>
          </p:cNvPr>
          <p:cNvSpPr/>
          <p:nvPr/>
        </p:nvSpPr>
        <p:spPr>
          <a:xfrm>
            <a:off x="7946571" y="5046743"/>
            <a:ext cx="3622025" cy="10791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850" dirty="0">
                <a:latin typeface="+mj-lt"/>
                <a:ea typeface="Open Sans" pitchFamily="34" charset="-122"/>
                <a:cs typeface="Open Sans" pitchFamily="34" charset="-120"/>
              </a:rPr>
              <a:t>Strategic development of educational content (courses, blogs, FAQs).</a:t>
            </a:r>
            <a:endParaRPr lang="en-US" sz="1850" dirty="0">
              <a:latin typeface="+mj-lt"/>
            </a:endParaRPr>
          </a:p>
        </p:txBody>
      </p:sp>
      <p:pic>
        <p:nvPicPr>
          <p:cNvPr id="17" name="Image 5" descr="preencoded.png">
            <a:extLst>
              <a:ext uri="{FF2B5EF4-FFF2-40B4-BE49-F238E27FC236}">
                <a16:creationId xmlns:a16="http://schemas.microsoft.com/office/drawing/2014/main" id="{1BD8D8AC-4D44-7D8A-759A-45652E489FAB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799223" y="4932363"/>
            <a:ext cx="318968" cy="318968"/>
          </a:xfrm>
          <a:prstGeom prst="rect">
            <a:avLst/>
          </a:prstGeom>
        </p:spPr>
      </p:pic>
      <p:sp>
        <p:nvSpPr>
          <p:cNvPr id="18" name="Text 8">
            <a:extLst>
              <a:ext uri="{FF2B5EF4-FFF2-40B4-BE49-F238E27FC236}">
                <a16:creationId xmlns:a16="http://schemas.microsoft.com/office/drawing/2014/main" id="{45CCAF79-0B6C-662B-3B93-F862B3878926}"/>
              </a:ext>
            </a:extLst>
          </p:cNvPr>
          <p:cNvSpPr/>
          <p:nvPr/>
        </p:nvSpPr>
        <p:spPr>
          <a:xfrm>
            <a:off x="1554960" y="4696607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2750"/>
              </a:lnSpc>
              <a:buNone/>
            </a:pPr>
            <a:r>
              <a:rPr lang="en-US" sz="3600" b="1" dirty="0">
                <a:solidFill>
                  <a:srgbClr val="A987F3"/>
                </a:solidFill>
                <a:latin typeface="+mj-lt"/>
                <a:ea typeface="Instrument Sans Medium" pitchFamily="34" charset="-122"/>
                <a:cs typeface="Instrument Sans Medium" pitchFamily="34" charset="-120"/>
              </a:rPr>
              <a:t>Off-Page SEO</a:t>
            </a:r>
            <a:endParaRPr lang="en-US" sz="3600" b="1" dirty="0">
              <a:solidFill>
                <a:srgbClr val="A987F3"/>
              </a:solidFill>
              <a:latin typeface="+mj-lt"/>
            </a:endParaRPr>
          </a:p>
        </p:txBody>
      </p:sp>
      <p:sp>
        <p:nvSpPr>
          <p:cNvPr id="19" name="Text 9">
            <a:extLst>
              <a:ext uri="{FF2B5EF4-FFF2-40B4-BE49-F238E27FC236}">
                <a16:creationId xmlns:a16="http://schemas.microsoft.com/office/drawing/2014/main" id="{A3DFF6E2-BFA1-6918-D878-F0CAEDBFC7ED}"/>
              </a:ext>
            </a:extLst>
          </p:cNvPr>
          <p:cNvSpPr/>
          <p:nvPr/>
        </p:nvSpPr>
        <p:spPr>
          <a:xfrm>
            <a:off x="313422" y="5160093"/>
            <a:ext cx="4061138" cy="10791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ts val="2850"/>
              </a:lnSpc>
              <a:buNone/>
            </a:pPr>
            <a:r>
              <a:rPr lang="en-US" sz="1850" dirty="0">
                <a:latin typeface="+mj-lt"/>
                <a:ea typeface="Open Sans" pitchFamily="34" charset="-122"/>
                <a:cs typeface="Open Sans" pitchFamily="34" charset="-120"/>
              </a:rPr>
              <a:t>Building authority and securing valuable backlinks.</a:t>
            </a:r>
            <a:endParaRPr lang="en-US" sz="1850" dirty="0">
              <a:latin typeface="+mj-lt"/>
            </a:endParaRPr>
          </a:p>
        </p:txBody>
      </p:sp>
      <p:pic>
        <p:nvPicPr>
          <p:cNvPr id="21" name="Image 7" descr="preencoded.png">
            <a:extLst>
              <a:ext uri="{FF2B5EF4-FFF2-40B4-BE49-F238E27FC236}">
                <a16:creationId xmlns:a16="http://schemas.microsoft.com/office/drawing/2014/main" id="{C74E65F9-ED11-1050-99CB-034ABE1B6ED0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5136872" y="4932363"/>
            <a:ext cx="318968" cy="318968"/>
          </a:xfrm>
          <a:prstGeom prst="rect">
            <a:avLst/>
          </a:prstGeom>
        </p:spPr>
      </p:pic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1F1B4B38-D8BF-10BD-BCC8-659DC3554029}"/>
              </a:ext>
            </a:extLst>
          </p:cNvPr>
          <p:cNvCxnSpPr>
            <a:cxnSpLocks/>
            <a:stCxn id="25" idx="0"/>
            <a:endCxn id="25" idx="2"/>
          </p:cNvCxnSpPr>
          <p:nvPr/>
        </p:nvCxnSpPr>
        <p:spPr>
          <a:xfrm>
            <a:off x="6164433" y="2905662"/>
            <a:ext cx="0" cy="2580996"/>
          </a:xfrm>
          <a:prstGeom prst="line">
            <a:avLst/>
          </a:prstGeom>
          <a:ln>
            <a:solidFill>
              <a:srgbClr val="A987F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486B3521-037B-E103-4B30-5DA879163F0C}"/>
              </a:ext>
            </a:extLst>
          </p:cNvPr>
          <p:cNvCxnSpPr>
            <a:cxnSpLocks/>
            <a:stCxn id="25" idx="1"/>
            <a:endCxn id="25" idx="3"/>
          </p:cNvCxnSpPr>
          <p:nvPr/>
        </p:nvCxnSpPr>
        <p:spPr>
          <a:xfrm>
            <a:off x="4746815" y="4196160"/>
            <a:ext cx="2835235" cy="0"/>
          </a:xfrm>
          <a:prstGeom prst="line">
            <a:avLst/>
          </a:prstGeom>
          <a:ln>
            <a:solidFill>
              <a:srgbClr val="A987F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TextBox 29">
            <a:extLst>
              <a:ext uri="{FF2B5EF4-FFF2-40B4-BE49-F238E27FC236}">
                <a16:creationId xmlns:a16="http://schemas.microsoft.com/office/drawing/2014/main" id="{032AE00C-B58D-6404-4427-950B009D905A}"/>
              </a:ext>
            </a:extLst>
          </p:cNvPr>
          <p:cNvSpPr txBox="1"/>
          <p:nvPr/>
        </p:nvSpPr>
        <p:spPr>
          <a:xfrm>
            <a:off x="437296" y="1066800"/>
            <a:ext cx="794470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+mj-lt"/>
                <a:ea typeface="Open Sans" pitchFamily="34" charset="-122"/>
                <a:cs typeface="Open Sans" pitchFamily="34" charset="-120"/>
              </a:rPr>
              <a:t>SkillSphere employs a blended strategy covering four key pillars to maximize search engine performance.</a:t>
            </a:r>
            <a:endParaRPr lang="en-US" sz="2400" dirty="0">
              <a:latin typeface="+mj-lt"/>
            </a:endParaRPr>
          </a:p>
          <a:p>
            <a:endParaRPr lang="en-US" sz="2400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429591906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31E93B5-5983-F3A2-6A22-8356F25B18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28FB93-0A08-4E7D-8E63-9EFA29F1E093}" type="slidenum">
              <a:rPr lang="en-US" smtClean="0"/>
              <a:pPr/>
              <a:t>7</a:t>
            </a:fld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4BDB228-FDD5-9A25-4D8B-A1F11C729ABE}"/>
              </a:ext>
            </a:extLst>
          </p:cNvPr>
          <p:cNvSpPr txBox="1"/>
          <p:nvPr/>
        </p:nvSpPr>
        <p:spPr>
          <a:xfrm>
            <a:off x="5479774" y="2076271"/>
            <a:ext cx="3047172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000" dirty="0">
                <a:latin typeface="Unbounded"/>
              </a:rPr>
              <a:t>that brings us to the end. I’d like to thank you for your time, interest and attention today</a:t>
            </a:r>
            <a:endParaRPr lang="en-US" sz="2000" dirty="0">
              <a:latin typeface="Unbounded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4AE612F-0E31-FF21-5CA9-BCB31DF7ADF4}"/>
              </a:ext>
            </a:extLst>
          </p:cNvPr>
          <p:cNvSpPr txBox="1"/>
          <p:nvPr/>
        </p:nvSpPr>
        <p:spPr>
          <a:xfrm>
            <a:off x="6645560" y="3581400"/>
            <a:ext cx="728852" cy="9582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5627" dirty="0">
                <a:solidFill>
                  <a:srgbClr val="A987F3"/>
                </a:solidFill>
                <a:latin typeface="Gill Sans Ultra Bold" panose="020B0A02020104020203" pitchFamily="34" charset="77"/>
                <a:cs typeface="Gill Sans" panose="020B0502020104020203" pitchFamily="34" charset="-79"/>
              </a:rPr>
              <a:t>”</a:t>
            </a:r>
            <a:endParaRPr lang="en-US" sz="5627" dirty="0">
              <a:solidFill>
                <a:srgbClr val="A987F3"/>
              </a:solidFill>
              <a:latin typeface="Gill Sans Ultra Bold" panose="020B0A02020104020203" pitchFamily="34" charset="77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7C65C8A-F20D-DB25-9AA4-ABA0306F1885}"/>
              </a:ext>
            </a:extLst>
          </p:cNvPr>
          <p:cNvSpPr txBox="1"/>
          <p:nvPr/>
        </p:nvSpPr>
        <p:spPr>
          <a:xfrm>
            <a:off x="6638934" y="1117995"/>
            <a:ext cx="728852" cy="9582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5627" dirty="0">
                <a:solidFill>
                  <a:srgbClr val="A987F3"/>
                </a:solidFill>
                <a:latin typeface="Gill Sans Ultra Bold" panose="020B0A02020104020203" pitchFamily="34" charset="77"/>
                <a:cs typeface="Gill Sans" panose="020B0502020104020203" pitchFamily="34" charset="-79"/>
              </a:rPr>
              <a:t>“</a:t>
            </a:r>
            <a:endParaRPr lang="en-US" sz="5627" dirty="0">
              <a:solidFill>
                <a:srgbClr val="A987F3"/>
              </a:solidFill>
              <a:latin typeface="Gill Sans Ultra Bold" panose="020B0A02020104020203" pitchFamily="34" charset="77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085FB0B-8635-1569-F426-FBDA50E548CA}"/>
              </a:ext>
            </a:extLst>
          </p:cNvPr>
          <p:cNvSpPr txBox="1"/>
          <p:nvPr/>
        </p:nvSpPr>
        <p:spPr>
          <a:xfrm>
            <a:off x="1371600" y="990600"/>
            <a:ext cx="2286000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b="1" i="1" dirty="0">
                <a:solidFill>
                  <a:srgbClr val="A987F3"/>
                </a:solidFill>
                <a:latin typeface="Bradley Hand ITC" panose="03070402050302030203" pitchFamily="66" charset="0"/>
              </a:rPr>
              <a:t>THANK YOU </a:t>
            </a:r>
          </a:p>
        </p:txBody>
      </p:sp>
    </p:spTree>
    <p:extLst>
      <p:ext uri="{BB962C8B-B14F-4D97-AF65-F5344CB8AC3E}">
        <p14:creationId xmlns:p14="http://schemas.microsoft.com/office/powerpoint/2010/main" val="437891518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Books Classic 16x9">
  <a:themeElements>
    <a:clrScheme name="Blue Green">
      <a:dk1>
        <a:sysClr val="windowText" lastClr="000000"/>
      </a:dk1>
      <a:lt1>
        <a:sysClr val="window" lastClr="FFFFFF"/>
      </a:lt1>
      <a:dk2>
        <a:srgbClr val="373545"/>
      </a:dk2>
      <a:lt2>
        <a:srgbClr val="CEDBE6"/>
      </a:lt2>
      <a:accent1>
        <a:srgbClr val="3494BA"/>
      </a:accent1>
      <a:accent2>
        <a:srgbClr val="58B6C0"/>
      </a:accent2>
      <a:accent3>
        <a:srgbClr val="75BDA7"/>
      </a:accent3>
      <a:accent4>
        <a:srgbClr val="7A8C8E"/>
      </a:accent4>
      <a:accent5>
        <a:srgbClr val="84ACB6"/>
      </a:accent5>
      <a:accent6>
        <a:srgbClr val="2683C6"/>
      </a:accent6>
      <a:hlink>
        <a:srgbClr val="6B9F25"/>
      </a:hlink>
      <a:folHlink>
        <a:srgbClr val="9F6715"/>
      </a:folHlink>
    </a:clrScheme>
    <a:fontScheme name="Custom 89">
      <a:majorFont>
        <a:latin typeface="Book Antiqua"/>
        <a:ea typeface=""/>
        <a:cs typeface=""/>
      </a:majorFont>
      <a:minorFont>
        <a:latin typeface="Gill Sans M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100000"/>
                <a:shade val="90000"/>
                <a:satMod val="150000"/>
              </a:schemeClr>
            </a:gs>
            <a:gs pos="60000">
              <a:schemeClr val="phClr">
                <a:shade val="20000"/>
                <a:satMod val="255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12000"/>
                <a:satMod val="240000"/>
              </a:schemeClr>
              <a:schemeClr val="phClr"/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f02801059_win32" id="{B9608E06-0E1C-4FCC-AD06-127F62156083}" vid="{E3429AF7-B683-4F9F-966A-561A66620435}"/>
    </a:ext>
  </a:extLst>
</a:theme>
</file>

<file path=ppt/theme/theme2.xml><?xml version="1.0" encoding="utf-8"?>
<a:theme xmlns:a="http://schemas.openxmlformats.org/drawingml/2006/main" name="Office Theme">
  <a:themeElements>
    <a:clrScheme name="BooksClassic_16x9">
      <a:dk1>
        <a:srgbClr val="6A3A20"/>
      </a:dk1>
      <a:lt1>
        <a:sysClr val="window" lastClr="FFFFFF"/>
      </a:lt1>
      <a:dk2>
        <a:srgbClr val="000000"/>
      </a:dk2>
      <a:lt2>
        <a:srgbClr val="FFEDB9"/>
      </a:lt2>
      <a:accent1>
        <a:srgbClr val="6A3A20"/>
      </a:accent1>
      <a:accent2>
        <a:srgbClr val="B4914C"/>
      </a:accent2>
      <a:accent3>
        <a:srgbClr val="610606"/>
      </a:accent3>
      <a:accent4>
        <a:srgbClr val="2B3742"/>
      </a:accent4>
      <a:accent5>
        <a:srgbClr val="787A41"/>
      </a:accent5>
      <a:accent6>
        <a:srgbClr val="B95E14"/>
      </a:accent6>
      <a:hlink>
        <a:srgbClr val="2B3742"/>
      </a:hlink>
      <a:folHlink>
        <a:srgbClr val="C1A56D"/>
      </a:folHlink>
    </a:clrScheme>
    <a:fontScheme name="Constantia">
      <a:majorFont>
        <a:latin typeface="Constantia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onstantia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BooksClassic_16x9">
      <a:dk1>
        <a:srgbClr val="6A3A20"/>
      </a:dk1>
      <a:lt1>
        <a:sysClr val="window" lastClr="FFFFFF"/>
      </a:lt1>
      <a:dk2>
        <a:srgbClr val="000000"/>
      </a:dk2>
      <a:lt2>
        <a:srgbClr val="FFEDB9"/>
      </a:lt2>
      <a:accent1>
        <a:srgbClr val="6A3A20"/>
      </a:accent1>
      <a:accent2>
        <a:srgbClr val="B4914C"/>
      </a:accent2>
      <a:accent3>
        <a:srgbClr val="610606"/>
      </a:accent3>
      <a:accent4>
        <a:srgbClr val="2B3742"/>
      </a:accent4>
      <a:accent5>
        <a:srgbClr val="787A41"/>
      </a:accent5>
      <a:accent6>
        <a:srgbClr val="B95E14"/>
      </a:accent6>
      <a:hlink>
        <a:srgbClr val="2B3742"/>
      </a:hlink>
      <a:folHlink>
        <a:srgbClr val="C1A56D"/>
      </a:folHlink>
    </a:clrScheme>
    <a:fontScheme name="Constantia">
      <a:majorFont>
        <a:latin typeface="Constantia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onstantia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6" ma:contentTypeDescription="Create a new document." ma:contentTypeScope="" ma:versionID="ac37c1753acd5e330d2062ccec26ea66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3b340c7101c92c5120abd06486f94548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CF6DB67A-7E7A-42B5-B6D4-8BCE2AED44B8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9D2248D4-E1D7-4A46-906C-BF5695DAFBD9}">
  <ds:schemaRefs>
    <ds:schemaRef ds:uri="http://purl.org/dc/terms/"/>
    <ds:schemaRef ds:uri="http://schemas.openxmlformats.org/package/2006/metadata/core-properties"/>
    <ds:schemaRef ds:uri="16c05727-aa75-4e4a-9b5f-8a80a1165891"/>
    <ds:schemaRef ds:uri="http://purl.org/dc/dcmitype/"/>
    <ds:schemaRef ds:uri="http://schemas.microsoft.com/office/infopath/2007/PartnerControls"/>
    <ds:schemaRef ds:uri="http://schemas.microsoft.com/office/2006/documentManagement/types"/>
    <ds:schemaRef ds:uri="http://schemas.microsoft.com/office/2006/metadata/properties"/>
    <ds:schemaRef ds:uri="http://schemas.microsoft.com/sharepoint/v3"/>
    <ds:schemaRef ds:uri="230e9df3-be65-4c73-a93b-d1236ebd677e"/>
    <ds:schemaRef ds:uri="71af3243-3dd4-4a8d-8c0d-dd76da1f02a5"/>
    <ds:schemaRef ds:uri="http://www.w3.org/XML/1998/namespace"/>
    <ds:schemaRef ds:uri="http://purl.org/dc/elements/1.1/"/>
  </ds:schemaRefs>
</ds:datastoreItem>
</file>

<file path=customXml/itemProps3.xml><?xml version="1.0" encoding="utf-8"?>
<ds:datastoreItem xmlns:ds="http://schemas.openxmlformats.org/officeDocument/2006/customXml" ds:itemID="{8C48CD00-9A74-4333-9CB3-8A0E40B746CF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774</Words>
  <Application>Microsoft Office PowerPoint</Application>
  <PresentationFormat>Widescreen</PresentationFormat>
  <Paragraphs>190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7" baseType="lpstr">
      <vt:lpstr>Arial</vt:lpstr>
      <vt:lpstr>Book Antiqua</vt:lpstr>
      <vt:lpstr>Bradley Hand ITC</vt:lpstr>
      <vt:lpstr>Constantia</vt:lpstr>
      <vt:lpstr>Gill Sans MT</vt:lpstr>
      <vt:lpstr>Gill Sans Ultra Bold</vt:lpstr>
      <vt:lpstr>Roboto</vt:lpstr>
      <vt:lpstr>Unbounded</vt:lpstr>
      <vt:lpstr>Wingdings</vt:lpstr>
      <vt:lpstr>Books Classic 16x9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</cp:revision>
  <dcterms:created xsi:type="dcterms:W3CDTF">2023-02-08T23:50:40Z</dcterms:created>
  <dcterms:modified xsi:type="dcterms:W3CDTF">2026-02-15T17:41:47Z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